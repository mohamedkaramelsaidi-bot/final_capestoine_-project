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3" r:id="rId19"/>
  </p:sldIdLst>
  <p:sldSz cx="18288000" cy="10287000"/>
  <p:notesSz cx="6858000" cy="9144000"/>
  <p:embeddedFontLst>
    <p:embeddedFont>
      <p:font typeface="Arial Rounded MT Bold" pitchFamily="34" charset="0"/>
      <p:regular r:id="rId21"/>
    </p:embeddedFont>
    <p:embeddedFont>
      <p:font typeface="Droid Arabic Kufi" charset="0"/>
      <p:regular r:id="rId22"/>
    </p:embeddedFont>
    <p:embeddedFont>
      <p:font typeface="Garet Bold" charset="0"/>
      <p:regular r:id="rId23"/>
    </p:embeddedFont>
    <p:embeddedFont>
      <p:font typeface="Arimo Bold Italics" charset="0"/>
      <p:regular r:id="rId24"/>
    </p:embeddedFont>
    <p:embeddedFont>
      <p:font typeface="XM Vahid Bold" charset="0"/>
      <p:regular r:id="rId25"/>
    </p:embeddedFont>
    <p:embeddedFont>
      <p:font typeface="Lalezar" charset="0"/>
      <p:regular r:id="rId26"/>
    </p:embeddedFont>
    <p:embeddedFont>
      <p:font typeface="Calibri" pitchFamily="34" charset="0"/>
      <p:regular r:id="rId27"/>
      <p:bold r:id="rId28"/>
    </p:embeddedFont>
    <p:embeddedFont>
      <p:font typeface="Helvetica World Bold" charset="-128"/>
      <p:regular r:id="rId29"/>
    </p:embeddedFont>
    <p:embeddedFont>
      <p:font typeface="Franklin Gothic Demi" pitchFamily="34" charset="0"/>
      <p:regular r:id="rId30"/>
      <p:italic r:id="rId31"/>
    </p:embeddedFont>
    <p:embeddedFont>
      <p:font typeface="29LT Bukra" charset="-78"/>
      <p:regular r:id="rId32"/>
    </p:embeddedFont>
    <p:embeddedFont>
      <p:font typeface="Ara Hamah Homs" charset="0"/>
      <p:regular r:id="rId33"/>
    </p:embeddedFont>
    <p:embeddedFont>
      <p:font typeface="Canva Sans Bold" charset="0"/>
      <p:regular r:id="rId34"/>
    </p:embeddedFont>
    <p:embeddedFont>
      <p:font typeface="Open Sans" charset="0"/>
      <p:regular r:id="rId35"/>
    </p:embeddedFont>
    <p:embeddedFont>
      <p:font typeface="Berlin Sans FB" pitchFamily="34" charset="0"/>
      <p:regular r:id="rId36"/>
      <p:bold r:id="rId37"/>
    </p:embeddedFont>
    <p:embeddedFont>
      <p:font typeface="XM Vahid" charset="0"/>
      <p:regular r:id="rId38"/>
    </p:embeddedFont>
    <p:embeddedFont>
      <p:font typeface="Bahnschrift SemiBold" pitchFamily="34" charset="0"/>
      <p:bold r:id="rId39"/>
    </p:embeddedFont>
    <p:embeddedFont>
      <p:font typeface="Sakkal Majalla" charset="-78"/>
      <p:regular r:id="rId4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14" autoAdjust="0"/>
    <p:restoredTop sz="94621" autoAdjust="0"/>
  </p:normalViewPr>
  <p:slideViewPr>
    <p:cSldViewPr>
      <p:cViewPr varScale="1">
        <p:scale>
          <a:sx n="59" d="100"/>
          <a:sy n="59" d="100"/>
        </p:scale>
        <p:origin x="-54" y="-354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1D779A-DF8F-4106-8BE7-F108544A7838}" type="doc">
      <dgm:prSet loTypeId="urn:microsoft.com/office/officeart/2008/layout/VerticalCurvedList" loCatId="list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21E07D42-1A2E-4BD3-BEEB-A17BD1588DF3}">
      <dgm:prSet/>
      <dgm:spPr/>
      <dgm:t>
        <a:bodyPr/>
        <a:lstStyle/>
        <a:p>
          <a:pPr rtl="0"/>
          <a:r>
            <a:rPr lang="en-US" dirty="0"/>
            <a:t>Problem</a:t>
          </a:r>
          <a:endParaRPr lang="en-GB" dirty="0"/>
        </a:p>
      </dgm:t>
    </dgm:pt>
    <dgm:pt modelId="{7496E7BE-CEEB-480A-91B3-7E286B9B89D1}" type="parTrans" cxnId="{6E5553E8-E524-4BA0-BE14-EAF9C60660BE}">
      <dgm:prSet/>
      <dgm:spPr/>
      <dgm:t>
        <a:bodyPr/>
        <a:lstStyle/>
        <a:p>
          <a:endParaRPr lang="en-GB"/>
        </a:p>
      </dgm:t>
    </dgm:pt>
    <dgm:pt modelId="{461A8AB7-97C0-4A7C-B56B-D784B36F0440}" type="sibTrans" cxnId="{6E5553E8-E524-4BA0-BE14-EAF9C60660BE}">
      <dgm:prSet/>
      <dgm:spPr/>
      <dgm:t>
        <a:bodyPr/>
        <a:lstStyle/>
        <a:p>
          <a:endParaRPr lang="en-GB"/>
        </a:p>
      </dgm:t>
    </dgm:pt>
    <dgm:pt modelId="{EEE7F97D-DB8F-47A6-BB3A-8345562FA705}">
      <dgm:prSet/>
      <dgm:spPr/>
      <dgm:t>
        <a:bodyPr/>
        <a:lstStyle/>
        <a:p>
          <a:pPr rtl="0"/>
          <a:r>
            <a:rPr lang="en-GB" dirty="0"/>
            <a:t>Empathy map</a:t>
          </a:r>
        </a:p>
      </dgm:t>
    </dgm:pt>
    <dgm:pt modelId="{AC4F4EC1-9EF4-49E3-9D4B-7964949A51C4}" type="parTrans" cxnId="{7071A76E-5FA4-4835-8346-66D47335726B}">
      <dgm:prSet/>
      <dgm:spPr/>
      <dgm:t>
        <a:bodyPr/>
        <a:lstStyle/>
        <a:p>
          <a:endParaRPr lang="en-GB"/>
        </a:p>
      </dgm:t>
    </dgm:pt>
    <dgm:pt modelId="{9CA5D99C-2BA8-45AF-B34B-04492B21FDD8}" type="sibTrans" cxnId="{7071A76E-5FA4-4835-8346-66D47335726B}">
      <dgm:prSet/>
      <dgm:spPr/>
      <dgm:t>
        <a:bodyPr/>
        <a:lstStyle/>
        <a:p>
          <a:endParaRPr lang="en-GB"/>
        </a:p>
      </dgm:t>
    </dgm:pt>
    <dgm:pt modelId="{D82DAE18-3333-4CB0-9925-090EE2DA7A5C}">
      <dgm:prSet/>
      <dgm:spPr/>
      <dgm:t>
        <a:bodyPr/>
        <a:lstStyle/>
        <a:p>
          <a:pPr rtl="0"/>
          <a:r>
            <a:rPr lang="en-US" smtClean="0"/>
            <a:t>Design </a:t>
          </a:r>
          <a:r>
            <a:rPr lang="en-US"/>
            <a:t>Requirements</a:t>
          </a:r>
          <a:endParaRPr lang="en-GB"/>
        </a:p>
      </dgm:t>
    </dgm:pt>
    <dgm:pt modelId="{F5136633-32A6-40A3-8BDC-0245BEF0C3D8}" type="parTrans" cxnId="{08F3CB65-E56D-429F-9953-691BF45A00CB}">
      <dgm:prSet/>
      <dgm:spPr/>
      <dgm:t>
        <a:bodyPr/>
        <a:lstStyle/>
        <a:p>
          <a:endParaRPr lang="en-GB"/>
        </a:p>
      </dgm:t>
    </dgm:pt>
    <dgm:pt modelId="{ECF398ED-3B1B-41F5-89A4-08E6DA400FA5}" type="sibTrans" cxnId="{08F3CB65-E56D-429F-9953-691BF45A00CB}">
      <dgm:prSet/>
      <dgm:spPr/>
      <dgm:t>
        <a:bodyPr/>
        <a:lstStyle/>
        <a:p>
          <a:endParaRPr lang="en-GB"/>
        </a:p>
      </dgm:t>
    </dgm:pt>
    <dgm:pt modelId="{8DD701C5-F337-473E-950B-F1A8B760315C}">
      <dgm:prSet/>
      <dgm:spPr/>
      <dgm:t>
        <a:bodyPr/>
        <a:lstStyle/>
        <a:p>
          <a:pPr rtl="0"/>
          <a:r>
            <a:rPr lang="en-US"/>
            <a:t>SDG</a:t>
          </a:r>
          <a:endParaRPr lang="en-GB"/>
        </a:p>
      </dgm:t>
    </dgm:pt>
    <dgm:pt modelId="{A637E1DE-2A35-4596-B942-7C273F45A252}" type="parTrans" cxnId="{FD96E09D-ED07-428B-8EDC-32EDB9CC52CB}">
      <dgm:prSet/>
      <dgm:spPr/>
      <dgm:t>
        <a:bodyPr/>
        <a:lstStyle/>
        <a:p>
          <a:endParaRPr lang="en-GB"/>
        </a:p>
      </dgm:t>
    </dgm:pt>
    <dgm:pt modelId="{64600F41-D94C-4AB1-8676-CD62E3D99E6B}" type="sibTrans" cxnId="{FD96E09D-ED07-428B-8EDC-32EDB9CC52CB}">
      <dgm:prSet/>
      <dgm:spPr/>
      <dgm:t>
        <a:bodyPr/>
        <a:lstStyle/>
        <a:p>
          <a:endParaRPr lang="en-GB"/>
        </a:p>
      </dgm:t>
    </dgm:pt>
    <dgm:pt modelId="{488D961A-B51C-447A-9439-88FCA0C0C5FA}">
      <dgm:prSet/>
      <dgm:spPr/>
      <dgm:t>
        <a:bodyPr/>
        <a:lstStyle/>
        <a:p>
          <a:pPr rtl="0"/>
          <a:r>
            <a:rPr lang="en-US" dirty="0" smtClean="0"/>
            <a:t>Prior Solutions </a:t>
          </a:r>
          <a:endParaRPr lang="en-GB" dirty="0"/>
        </a:p>
      </dgm:t>
    </dgm:pt>
    <dgm:pt modelId="{315EC85C-3393-4929-BF67-B347BC4106DC}" type="sibTrans" cxnId="{55B5E639-08F8-4814-8F64-D7538E6E9F0B}">
      <dgm:prSet/>
      <dgm:spPr/>
      <dgm:t>
        <a:bodyPr/>
        <a:lstStyle/>
        <a:p>
          <a:endParaRPr lang="en-GB"/>
        </a:p>
      </dgm:t>
    </dgm:pt>
    <dgm:pt modelId="{2A2A9057-1164-46C4-86B1-3807BED13B91}" type="parTrans" cxnId="{55B5E639-08F8-4814-8F64-D7538E6E9F0B}">
      <dgm:prSet/>
      <dgm:spPr/>
      <dgm:t>
        <a:bodyPr/>
        <a:lstStyle/>
        <a:p>
          <a:endParaRPr lang="en-GB"/>
        </a:p>
      </dgm:t>
    </dgm:pt>
    <dgm:pt modelId="{DEEE2576-5651-4C56-981F-B883BFCBCE8B}" type="pres">
      <dgm:prSet presAssocID="{2F1D779A-DF8F-4106-8BE7-F108544A7838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pPr rtl="1"/>
          <a:endParaRPr lang="ar-EG"/>
        </a:p>
      </dgm:t>
    </dgm:pt>
    <dgm:pt modelId="{BCC53128-577E-4642-AF55-FB9E897AB367}" type="pres">
      <dgm:prSet presAssocID="{2F1D779A-DF8F-4106-8BE7-F108544A7838}" presName="Name1" presStyleCnt="0"/>
      <dgm:spPr/>
    </dgm:pt>
    <dgm:pt modelId="{6556AA0E-4CAE-4B50-95CF-D2712DC204ED}" type="pres">
      <dgm:prSet presAssocID="{2F1D779A-DF8F-4106-8BE7-F108544A7838}" presName="cycle" presStyleCnt="0"/>
      <dgm:spPr/>
    </dgm:pt>
    <dgm:pt modelId="{B4911622-581D-4680-B9A7-A44D323F2332}" type="pres">
      <dgm:prSet presAssocID="{2F1D779A-DF8F-4106-8BE7-F108544A7838}" presName="srcNode" presStyleLbl="node1" presStyleIdx="0" presStyleCnt="5"/>
      <dgm:spPr/>
    </dgm:pt>
    <dgm:pt modelId="{E636B674-953B-46C4-B710-F5CE9683340A}" type="pres">
      <dgm:prSet presAssocID="{2F1D779A-DF8F-4106-8BE7-F108544A7838}" presName="conn" presStyleLbl="parChTrans1D2" presStyleIdx="0" presStyleCnt="1"/>
      <dgm:spPr/>
      <dgm:t>
        <a:bodyPr/>
        <a:lstStyle/>
        <a:p>
          <a:pPr rtl="1"/>
          <a:endParaRPr lang="ar-EG"/>
        </a:p>
      </dgm:t>
    </dgm:pt>
    <dgm:pt modelId="{B6C466EC-F5D2-4A83-ACA0-836DF785BF5A}" type="pres">
      <dgm:prSet presAssocID="{2F1D779A-DF8F-4106-8BE7-F108544A7838}" presName="extraNode" presStyleLbl="node1" presStyleIdx="0" presStyleCnt="5"/>
      <dgm:spPr/>
    </dgm:pt>
    <dgm:pt modelId="{4613888F-9845-4267-9CC7-4F9B0FC1B178}" type="pres">
      <dgm:prSet presAssocID="{2F1D779A-DF8F-4106-8BE7-F108544A7838}" presName="dstNode" presStyleLbl="node1" presStyleIdx="0" presStyleCnt="5"/>
      <dgm:spPr/>
    </dgm:pt>
    <dgm:pt modelId="{8B0665C3-AB73-4514-BCD5-BA82D3DE4C1B}" type="pres">
      <dgm:prSet presAssocID="{21E07D42-1A2E-4BD3-BEEB-A17BD1588DF3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578FAF10-DA2D-4AFA-9118-EB123B5296FB}" type="pres">
      <dgm:prSet presAssocID="{21E07D42-1A2E-4BD3-BEEB-A17BD1588DF3}" presName="accent_1" presStyleCnt="0"/>
      <dgm:spPr/>
    </dgm:pt>
    <dgm:pt modelId="{B61BF990-29C5-490D-870E-6635F6E08EA0}" type="pres">
      <dgm:prSet presAssocID="{21E07D42-1A2E-4BD3-BEEB-A17BD1588DF3}" presName="accentRepeatNode" presStyleLbl="solidFgAcc1" presStyleIdx="0" presStyleCnt="5"/>
      <dgm:spPr/>
    </dgm:pt>
    <dgm:pt modelId="{9970E87C-4C4F-4BF8-A64E-581BFE744AA4}" type="pres">
      <dgm:prSet presAssocID="{EEE7F97D-DB8F-47A6-BB3A-8345562FA705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6B5DE168-F385-411C-963D-A0BD17EE1448}" type="pres">
      <dgm:prSet presAssocID="{EEE7F97D-DB8F-47A6-BB3A-8345562FA705}" presName="accent_2" presStyleCnt="0"/>
      <dgm:spPr/>
    </dgm:pt>
    <dgm:pt modelId="{7FC164A0-2D21-412A-9330-CA4BA0884A7C}" type="pres">
      <dgm:prSet presAssocID="{EEE7F97D-DB8F-47A6-BB3A-8345562FA705}" presName="accentRepeatNode" presStyleLbl="solidFgAcc1" presStyleIdx="1" presStyleCnt="5"/>
      <dgm:spPr/>
    </dgm:pt>
    <dgm:pt modelId="{2D64098F-6CC8-4777-8E67-14445BFB2CEB}" type="pres">
      <dgm:prSet presAssocID="{488D961A-B51C-447A-9439-88FCA0C0C5FA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5E2E0B38-A339-417D-9FBD-C2F5BD1A8CE7}" type="pres">
      <dgm:prSet presAssocID="{488D961A-B51C-447A-9439-88FCA0C0C5FA}" presName="accent_3" presStyleCnt="0"/>
      <dgm:spPr/>
    </dgm:pt>
    <dgm:pt modelId="{2A98A7A3-5E31-41A2-80DE-B2D905BADE47}" type="pres">
      <dgm:prSet presAssocID="{488D961A-B51C-447A-9439-88FCA0C0C5FA}" presName="accentRepeatNode" presStyleLbl="solidFgAcc1" presStyleIdx="2" presStyleCnt="5"/>
      <dgm:spPr/>
    </dgm:pt>
    <dgm:pt modelId="{41BA5D06-42B0-44AA-A2A2-D4840A8E3F07}" type="pres">
      <dgm:prSet presAssocID="{D82DAE18-3333-4CB0-9925-090EE2DA7A5C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2785C63D-C12D-4E78-8855-8D6C2844FB21}" type="pres">
      <dgm:prSet presAssocID="{D82DAE18-3333-4CB0-9925-090EE2DA7A5C}" presName="accent_4" presStyleCnt="0"/>
      <dgm:spPr/>
    </dgm:pt>
    <dgm:pt modelId="{64A232D6-26B0-4625-BD3D-738D2399000B}" type="pres">
      <dgm:prSet presAssocID="{D82DAE18-3333-4CB0-9925-090EE2DA7A5C}" presName="accentRepeatNode" presStyleLbl="solidFgAcc1" presStyleIdx="3" presStyleCnt="5"/>
      <dgm:spPr/>
    </dgm:pt>
    <dgm:pt modelId="{CD47BA33-D2AB-4184-9B87-3F005C4286F4}" type="pres">
      <dgm:prSet presAssocID="{8DD701C5-F337-473E-950B-F1A8B760315C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EF531F6C-B218-45CB-AB4F-7946E18A3AAF}" type="pres">
      <dgm:prSet presAssocID="{8DD701C5-F337-473E-950B-F1A8B760315C}" presName="accent_5" presStyleCnt="0"/>
      <dgm:spPr/>
    </dgm:pt>
    <dgm:pt modelId="{A6839B1F-33E1-49C6-8D08-8883760A1F23}" type="pres">
      <dgm:prSet presAssocID="{8DD701C5-F337-473E-950B-F1A8B760315C}" presName="accentRepeatNode" presStyleLbl="solidFgAcc1" presStyleIdx="4" presStyleCnt="5"/>
      <dgm:spPr/>
    </dgm:pt>
  </dgm:ptLst>
  <dgm:cxnLst>
    <dgm:cxn modelId="{08F3CB65-E56D-429F-9953-691BF45A00CB}" srcId="{2F1D779A-DF8F-4106-8BE7-F108544A7838}" destId="{D82DAE18-3333-4CB0-9925-090EE2DA7A5C}" srcOrd="3" destOrd="0" parTransId="{F5136633-32A6-40A3-8BDC-0245BEF0C3D8}" sibTransId="{ECF398ED-3B1B-41F5-89A4-08E6DA400FA5}"/>
    <dgm:cxn modelId="{FD96E09D-ED07-428B-8EDC-32EDB9CC52CB}" srcId="{2F1D779A-DF8F-4106-8BE7-F108544A7838}" destId="{8DD701C5-F337-473E-950B-F1A8B760315C}" srcOrd="4" destOrd="0" parTransId="{A637E1DE-2A35-4596-B942-7C273F45A252}" sibTransId="{64600F41-D94C-4AB1-8676-CD62E3D99E6B}"/>
    <dgm:cxn modelId="{CECEC472-39ED-4215-902D-ADEBC0B55B6C}" type="presOf" srcId="{21E07D42-1A2E-4BD3-BEEB-A17BD1588DF3}" destId="{8B0665C3-AB73-4514-BCD5-BA82D3DE4C1B}" srcOrd="0" destOrd="0" presId="urn:microsoft.com/office/officeart/2008/layout/VerticalCurvedList"/>
    <dgm:cxn modelId="{DD2EE9DA-32FE-4BF3-BB78-0B875E091F32}" type="presOf" srcId="{D82DAE18-3333-4CB0-9925-090EE2DA7A5C}" destId="{41BA5D06-42B0-44AA-A2A2-D4840A8E3F07}" srcOrd="0" destOrd="0" presId="urn:microsoft.com/office/officeart/2008/layout/VerticalCurvedList"/>
    <dgm:cxn modelId="{7071A76E-5FA4-4835-8346-66D47335726B}" srcId="{2F1D779A-DF8F-4106-8BE7-F108544A7838}" destId="{EEE7F97D-DB8F-47A6-BB3A-8345562FA705}" srcOrd="1" destOrd="0" parTransId="{AC4F4EC1-9EF4-49E3-9D4B-7964949A51C4}" sibTransId="{9CA5D99C-2BA8-45AF-B34B-04492B21FDD8}"/>
    <dgm:cxn modelId="{E4623560-B748-4F9C-B99A-AF567BD7F776}" type="presOf" srcId="{2F1D779A-DF8F-4106-8BE7-F108544A7838}" destId="{DEEE2576-5651-4C56-981F-B883BFCBCE8B}" srcOrd="0" destOrd="0" presId="urn:microsoft.com/office/officeart/2008/layout/VerticalCurvedList"/>
    <dgm:cxn modelId="{3A256268-45E5-46E4-BFAE-14C55093EE22}" type="presOf" srcId="{488D961A-B51C-447A-9439-88FCA0C0C5FA}" destId="{2D64098F-6CC8-4777-8E67-14445BFB2CEB}" srcOrd="0" destOrd="0" presId="urn:microsoft.com/office/officeart/2008/layout/VerticalCurvedList"/>
    <dgm:cxn modelId="{2902DE12-6004-486A-B295-6E518429F27E}" type="presOf" srcId="{EEE7F97D-DB8F-47A6-BB3A-8345562FA705}" destId="{9970E87C-4C4F-4BF8-A64E-581BFE744AA4}" srcOrd="0" destOrd="0" presId="urn:microsoft.com/office/officeart/2008/layout/VerticalCurvedList"/>
    <dgm:cxn modelId="{55B5E639-08F8-4814-8F64-D7538E6E9F0B}" srcId="{2F1D779A-DF8F-4106-8BE7-F108544A7838}" destId="{488D961A-B51C-447A-9439-88FCA0C0C5FA}" srcOrd="2" destOrd="0" parTransId="{2A2A9057-1164-46C4-86B1-3807BED13B91}" sibTransId="{315EC85C-3393-4929-BF67-B347BC4106DC}"/>
    <dgm:cxn modelId="{1B147973-1A99-446B-940B-01FCE5E862B9}" type="presOf" srcId="{8DD701C5-F337-473E-950B-F1A8B760315C}" destId="{CD47BA33-D2AB-4184-9B87-3F005C4286F4}" srcOrd="0" destOrd="0" presId="urn:microsoft.com/office/officeart/2008/layout/VerticalCurvedList"/>
    <dgm:cxn modelId="{C322F595-05CC-42DA-A52B-7EF81FE0AE75}" type="presOf" srcId="{461A8AB7-97C0-4A7C-B56B-D784B36F0440}" destId="{E636B674-953B-46C4-B710-F5CE9683340A}" srcOrd="0" destOrd="0" presId="urn:microsoft.com/office/officeart/2008/layout/VerticalCurvedList"/>
    <dgm:cxn modelId="{6E5553E8-E524-4BA0-BE14-EAF9C60660BE}" srcId="{2F1D779A-DF8F-4106-8BE7-F108544A7838}" destId="{21E07D42-1A2E-4BD3-BEEB-A17BD1588DF3}" srcOrd="0" destOrd="0" parTransId="{7496E7BE-CEEB-480A-91B3-7E286B9B89D1}" sibTransId="{461A8AB7-97C0-4A7C-B56B-D784B36F0440}"/>
    <dgm:cxn modelId="{E372DB63-ECE2-495E-A9FB-D89EA89C7587}" type="presParOf" srcId="{DEEE2576-5651-4C56-981F-B883BFCBCE8B}" destId="{BCC53128-577E-4642-AF55-FB9E897AB367}" srcOrd="0" destOrd="0" presId="urn:microsoft.com/office/officeart/2008/layout/VerticalCurvedList"/>
    <dgm:cxn modelId="{E20D02FF-DC55-4869-A45A-0682B7D52FE5}" type="presParOf" srcId="{BCC53128-577E-4642-AF55-FB9E897AB367}" destId="{6556AA0E-4CAE-4B50-95CF-D2712DC204ED}" srcOrd="0" destOrd="0" presId="urn:microsoft.com/office/officeart/2008/layout/VerticalCurvedList"/>
    <dgm:cxn modelId="{A2907C5D-ADB8-4461-B2E3-A087D4DF12DA}" type="presParOf" srcId="{6556AA0E-4CAE-4B50-95CF-D2712DC204ED}" destId="{B4911622-581D-4680-B9A7-A44D323F2332}" srcOrd="0" destOrd="0" presId="urn:microsoft.com/office/officeart/2008/layout/VerticalCurvedList"/>
    <dgm:cxn modelId="{C5B0BB8F-D9CD-41C6-941B-57B69BE13843}" type="presParOf" srcId="{6556AA0E-4CAE-4B50-95CF-D2712DC204ED}" destId="{E636B674-953B-46C4-B710-F5CE9683340A}" srcOrd="1" destOrd="0" presId="urn:microsoft.com/office/officeart/2008/layout/VerticalCurvedList"/>
    <dgm:cxn modelId="{94EFA025-C226-4C36-8A23-78C575C9C40B}" type="presParOf" srcId="{6556AA0E-4CAE-4B50-95CF-D2712DC204ED}" destId="{B6C466EC-F5D2-4A83-ACA0-836DF785BF5A}" srcOrd="2" destOrd="0" presId="urn:microsoft.com/office/officeart/2008/layout/VerticalCurvedList"/>
    <dgm:cxn modelId="{1722FD22-F286-4440-8251-6413021FA4BF}" type="presParOf" srcId="{6556AA0E-4CAE-4B50-95CF-D2712DC204ED}" destId="{4613888F-9845-4267-9CC7-4F9B0FC1B178}" srcOrd="3" destOrd="0" presId="urn:microsoft.com/office/officeart/2008/layout/VerticalCurvedList"/>
    <dgm:cxn modelId="{A8A009B7-37C1-4B3C-BDBF-24B2D36455F4}" type="presParOf" srcId="{BCC53128-577E-4642-AF55-FB9E897AB367}" destId="{8B0665C3-AB73-4514-BCD5-BA82D3DE4C1B}" srcOrd="1" destOrd="0" presId="urn:microsoft.com/office/officeart/2008/layout/VerticalCurvedList"/>
    <dgm:cxn modelId="{9E14457B-DDE6-4C45-8B21-587332AD3EF0}" type="presParOf" srcId="{BCC53128-577E-4642-AF55-FB9E897AB367}" destId="{578FAF10-DA2D-4AFA-9118-EB123B5296FB}" srcOrd="2" destOrd="0" presId="urn:microsoft.com/office/officeart/2008/layout/VerticalCurvedList"/>
    <dgm:cxn modelId="{22CC130C-DD91-47C0-AD84-9B3FB89D779E}" type="presParOf" srcId="{578FAF10-DA2D-4AFA-9118-EB123B5296FB}" destId="{B61BF990-29C5-490D-870E-6635F6E08EA0}" srcOrd="0" destOrd="0" presId="urn:microsoft.com/office/officeart/2008/layout/VerticalCurvedList"/>
    <dgm:cxn modelId="{9B552356-CD88-4FC4-A6F2-BA2DC47428E9}" type="presParOf" srcId="{BCC53128-577E-4642-AF55-FB9E897AB367}" destId="{9970E87C-4C4F-4BF8-A64E-581BFE744AA4}" srcOrd="3" destOrd="0" presId="urn:microsoft.com/office/officeart/2008/layout/VerticalCurvedList"/>
    <dgm:cxn modelId="{47C176EB-FB3B-40E4-A00B-77EE63BBDE6C}" type="presParOf" srcId="{BCC53128-577E-4642-AF55-FB9E897AB367}" destId="{6B5DE168-F385-411C-963D-A0BD17EE1448}" srcOrd="4" destOrd="0" presId="urn:microsoft.com/office/officeart/2008/layout/VerticalCurvedList"/>
    <dgm:cxn modelId="{A2E07856-C4DA-4B5B-82DB-103BD7CA47A4}" type="presParOf" srcId="{6B5DE168-F385-411C-963D-A0BD17EE1448}" destId="{7FC164A0-2D21-412A-9330-CA4BA0884A7C}" srcOrd="0" destOrd="0" presId="urn:microsoft.com/office/officeart/2008/layout/VerticalCurvedList"/>
    <dgm:cxn modelId="{6A0DD8FF-F95E-482F-B18D-0FC67769D78E}" type="presParOf" srcId="{BCC53128-577E-4642-AF55-FB9E897AB367}" destId="{2D64098F-6CC8-4777-8E67-14445BFB2CEB}" srcOrd="5" destOrd="0" presId="urn:microsoft.com/office/officeart/2008/layout/VerticalCurvedList"/>
    <dgm:cxn modelId="{3FBE7FC0-1653-4CC6-B7F2-143CE693CCDA}" type="presParOf" srcId="{BCC53128-577E-4642-AF55-FB9E897AB367}" destId="{5E2E0B38-A339-417D-9FBD-C2F5BD1A8CE7}" srcOrd="6" destOrd="0" presId="urn:microsoft.com/office/officeart/2008/layout/VerticalCurvedList"/>
    <dgm:cxn modelId="{ED48FA1F-C808-4F7D-AD11-4992530C504D}" type="presParOf" srcId="{5E2E0B38-A339-417D-9FBD-C2F5BD1A8CE7}" destId="{2A98A7A3-5E31-41A2-80DE-B2D905BADE47}" srcOrd="0" destOrd="0" presId="urn:microsoft.com/office/officeart/2008/layout/VerticalCurvedList"/>
    <dgm:cxn modelId="{751CE35B-E3E0-4FA2-A27A-AD92E0CF684A}" type="presParOf" srcId="{BCC53128-577E-4642-AF55-FB9E897AB367}" destId="{41BA5D06-42B0-44AA-A2A2-D4840A8E3F07}" srcOrd="7" destOrd="0" presId="urn:microsoft.com/office/officeart/2008/layout/VerticalCurvedList"/>
    <dgm:cxn modelId="{1CAFF0D4-10BA-4151-8290-9625EB7788EA}" type="presParOf" srcId="{BCC53128-577E-4642-AF55-FB9E897AB367}" destId="{2785C63D-C12D-4E78-8855-8D6C2844FB21}" srcOrd="8" destOrd="0" presId="urn:microsoft.com/office/officeart/2008/layout/VerticalCurvedList"/>
    <dgm:cxn modelId="{04C1D1BE-CCD0-4FC4-92D9-9D9EE5310ED7}" type="presParOf" srcId="{2785C63D-C12D-4E78-8855-8D6C2844FB21}" destId="{64A232D6-26B0-4625-BD3D-738D2399000B}" srcOrd="0" destOrd="0" presId="urn:microsoft.com/office/officeart/2008/layout/VerticalCurvedList"/>
    <dgm:cxn modelId="{02F2B9FB-1CD7-45C1-BCBB-CA029A5D954B}" type="presParOf" srcId="{BCC53128-577E-4642-AF55-FB9E897AB367}" destId="{CD47BA33-D2AB-4184-9B87-3F005C4286F4}" srcOrd="9" destOrd="0" presId="urn:microsoft.com/office/officeart/2008/layout/VerticalCurvedList"/>
    <dgm:cxn modelId="{BFA1A3B1-A331-44F5-9C71-D48A8DD5F532}" type="presParOf" srcId="{BCC53128-577E-4642-AF55-FB9E897AB367}" destId="{EF531F6C-B218-45CB-AB4F-7946E18A3AAF}" srcOrd="10" destOrd="0" presId="urn:microsoft.com/office/officeart/2008/layout/VerticalCurvedList"/>
    <dgm:cxn modelId="{734014FB-54B0-4B62-B9B8-89F864669683}" type="presParOf" srcId="{EF531F6C-B218-45CB-AB4F-7946E18A3AAF}" destId="{A6839B1F-33E1-49C6-8D08-8883760A1F2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398411-AD88-4F07-973D-5DC6B1760C1A}" type="doc">
      <dgm:prSet loTypeId="urn:microsoft.com/office/officeart/2005/8/layout/matrix1" loCatId="matrix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8866C7C-DFD9-48A8-A816-4985E549E294}">
      <dgm:prSet phldrT="[Text]"/>
      <dgm:spPr/>
      <dgm:t>
        <a:bodyPr/>
        <a:lstStyle/>
        <a:p>
          <a:r>
            <a:rPr lang="en-US" dirty="0"/>
            <a:t>Problem</a:t>
          </a:r>
        </a:p>
      </dgm:t>
    </dgm:pt>
    <dgm:pt modelId="{EAC13EF2-F8EE-4FB0-ACC0-CF7C46C91C97}" type="parTrans" cxnId="{EE7D53AB-FD50-4EC7-ABF4-1F5FF19AE645}">
      <dgm:prSet/>
      <dgm:spPr/>
      <dgm:t>
        <a:bodyPr/>
        <a:lstStyle/>
        <a:p>
          <a:endParaRPr lang="en-US"/>
        </a:p>
      </dgm:t>
    </dgm:pt>
    <dgm:pt modelId="{049D43D1-9B7D-45D1-BF92-300FA5A53E98}" type="sibTrans" cxnId="{EE7D53AB-FD50-4EC7-ABF4-1F5FF19AE645}">
      <dgm:prSet/>
      <dgm:spPr/>
      <dgm:t>
        <a:bodyPr/>
        <a:lstStyle/>
        <a:p>
          <a:endParaRPr lang="en-US"/>
        </a:p>
      </dgm:t>
    </dgm:pt>
    <dgm:pt modelId="{39F21B76-0C86-4E8F-9B97-4B52DD9B85E8}">
      <dgm:prSet phldrT="[Text]" custT="1"/>
      <dgm:spPr/>
      <dgm:t>
        <a:bodyPr/>
        <a:lstStyle/>
        <a:p>
          <a:pPr algn="ctr" rtl="0">
            <a:lnSpc>
              <a:spcPct val="100000"/>
            </a:lnSpc>
          </a:pPr>
          <a:r>
            <a:rPr lang="en-US" sz="4000" b="1" dirty="0" smtClean="0">
              <a:latin typeface="Arial Rounded MT Bold" pitchFamily="34" charset="0"/>
            </a:rPr>
            <a:t>What</a:t>
          </a:r>
        </a:p>
        <a:p>
          <a:pPr algn="ctr" rtl="0">
            <a:lnSpc>
              <a:spcPct val="100000"/>
            </a:lnSpc>
          </a:pPr>
          <a:endParaRPr lang="en-US" sz="4000" dirty="0" smtClean="0"/>
        </a:p>
        <a:p>
          <a:pPr algn="ctr" rtl="0">
            <a:lnSpc>
              <a:spcPct val="100000"/>
            </a:lnSpc>
          </a:pPr>
          <a:endParaRPr lang="en-US" sz="4000" dirty="0" smtClean="0"/>
        </a:p>
      </dgm:t>
    </dgm:pt>
    <dgm:pt modelId="{79C27337-1931-4238-A139-302E347853A9}" type="parTrans" cxnId="{55306A17-4990-4D79-8A37-3EF6D33AA2C6}">
      <dgm:prSet/>
      <dgm:spPr/>
      <dgm:t>
        <a:bodyPr/>
        <a:lstStyle/>
        <a:p>
          <a:endParaRPr lang="en-US"/>
        </a:p>
      </dgm:t>
    </dgm:pt>
    <dgm:pt modelId="{BC2314A9-9DF9-483E-94C4-E73B7D21184E}" type="sibTrans" cxnId="{55306A17-4990-4D79-8A37-3EF6D33AA2C6}">
      <dgm:prSet/>
      <dgm:spPr/>
      <dgm:t>
        <a:bodyPr/>
        <a:lstStyle/>
        <a:p>
          <a:endParaRPr lang="en-US"/>
        </a:p>
      </dgm:t>
    </dgm:pt>
    <dgm:pt modelId="{F25552BB-E57F-4322-9D45-CB07FA4EF720}">
      <dgm:prSet phldrT="[Text]" custT="1"/>
      <dgm:spPr/>
      <dgm:t>
        <a:bodyPr/>
        <a:lstStyle/>
        <a:p>
          <a:r>
            <a:rPr lang="en-US" sz="4000" b="1" dirty="0" smtClean="0">
              <a:latin typeface="Arial Rounded MT Bold" pitchFamily="34" charset="0"/>
            </a:rPr>
            <a:t>Who</a:t>
          </a:r>
        </a:p>
        <a:p>
          <a:endParaRPr lang="en-US" sz="4000" b="1" dirty="0" smtClean="0">
            <a:latin typeface="Arial Rounded MT Bold" pitchFamily="34" charset="0"/>
          </a:endParaRPr>
        </a:p>
        <a:p>
          <a:endParaRPr lang="en-US" sz="4000" b="1" dirty="0">
            <a:latin typeface="Arial Rounded MT Bold" pitchFamily="34" charset="0"/>
          </a:endParaRPr>
        </a:p>
      </dgm:t>
    </dgm:pt>
    <dgm:pt modelId="{C265ACD8-EC30-4028-AD1A-FF1A1E76B1FD}" type="parTrans" cxnId="{254842FB-907F-4A51-B3B8-117A2818D5A9}">
      <dgm:prSet/>
      <dgm:spPr/>
      <dgm:t>
        <a:bodyPr/>
        <a:lstStyle/>
        <a:p>
          <a:endParaRPr lang="en-US"/>
        </a:p>
      </dgm:t>
    </dgm:pt>
    <dgm:pt modelId="{4F47946D-6C7A-44F7-8CC7-92A227B50094}" type="sibTrans" cxnId="{254842FB-907F-4A51-B3B8-117A2818D5A9}">
      <dgm:prSet/>
      <dgm:spPr/>
      <dgm:t>
        <a:bodyPr/>
        <a:lstStyle/>
        <a:p>
          <a:endParaRPr lang="en-US"/>
        </a:p>
      </dgm:t>
    </dgm:pt>
    <dgm:pt modelId="{9C7160B7-2A2F-4ADE-B164-BC1774C8A171}">
      <dgm:prSet phldrT="[Text]" custT="1"/>
      <dgm:spPr/>
      <dgm:t>
        <a:bodyPr/>
        <a:lstStyle/>
        <a:p>
          <a:r>
            <a:rPr lang="en-US" sz="4000" b="1" dirty="0" smtClean="0">
              <a:latin typeface="Arial Rounded MT Bold" pitchFamily="34" charset="0"/>
            </a:rPr>
            <a:t>Why</a:t>
          </a:r>
        </a:p>
        <a:p>
          <a:endParaRPr lang="en-US" sz="4000" b="1" dirty="0" smtClean="0">
            <a:latin typeface="Arial Rounded MT Bold" pitchFamily="34" charset="0"/>
          </a:endParaRPr>
        </a:p>
        <a:p>
          <a:endParaRPr lang="en-US" sz="4000" b="1" dirty="0" smtClean="0">
            <a:latin typeface="Arial Rounded MT Bold" pitchFamily="34" charset="0"/>
          </a:endParaRPr>
        </a:p>
        <a:p>
          <a:endParaRPr lang="en-US" sz="4000" b="1" dirty="0" smtClean="0">
            <a:latin typeface="Arial Rounded MT Bold" pitchFamily="34" charset="0"/>
          </a:endParaRPr>
        </a:p>
        <a:p>
          <a:endParaRPr lang="en-US" sz="4000" b="1" dirty="0">
            <a:latin typeface="Arial Rounded MT Bold" pitchFamily="34" charset="0"/>
          </a:endParaRPr>
        </a:p>
      </dgm:t>
    </dgm:pt>
    <dgm:pt modelId="{1E1C1845-22B1-4ED7-8895-365F0E9BFF69}" type="parTrans" cxnId="{0CAF55D3-7DD3-44F4-AE09-7334595936D6}">
      <dgm:prSet/>
      <dgm:spPr/>
      <dgm:t>
        <a:bodyPr/>
        <a:lstStyle/>
        <a:p>
          <a:endParaRPr lang="en-US"/>
        </a:p>
      </dgm:t>
    </dgm:pt>
    <dgm:pt modelId="{A0362EA6-CE92-4D52-916F-ABE9E630460D}" type="sibTrans" cxnId="{0CAF55D3-7DD3-44F4-AE09-7334595936D6}">
      <dgm:prSet/>
      <dgm:spPr/>
      <dgm:t>
        <a:bodyPr/>
        <a:lstStyle/>
        <a:p>
          <a:endParaRPr lang="en-US"/>
        </a:p>
      </dgm:t>
    </dgm:pt>
    <dgm:pt modelId="{1D206E83-470D-45A7-95A3-50A2C6C596EB}">
      <dgm:prSet phldrT="[Text]"/>
      <dgm:spPr/>
      <dgm:t>
        <a:bodyPr/>
        <a:lstStyle/>
        <a:p>
          <a:r>
            <a:rPr lang="en-US" dirty="0" smtClean="0"/>
            <a:t>Idea</a:t>
          </a:r>
          <a:endParaRPr lang="en-US" dirty="0"/>
        </a:p>
      </dgm:t>
    </dgm:pt>
    <dgm:pt modelId="{2BB88FC8-F6C1-41DF-8994-FCD4678E425B}" type="parTrans" cxnId="{4DF2EA07-FFB2-44A7-A9E6-FEE8C5E10B8D}">
      <dgm:prSet/>
      <dgm:spPr/>
      <dgm:t>
        <a:bodyPr/>
        <a:lstStyle/>
        <a:p>
          <a:endParaRPr lang="en-US"/>
        </a:p>
      </dgm:t>
    </dgm:pt>
    <dgm:pt modelId="{60439CFE-8136-46D0-833A-7A372188A439}" type="sibTrans" cxnId="{4DF2EA07-FFB2-44A7-A9E6-FEE8C5E10B8D}">
      <dgm:prSet/>
      <dgm:spPr/>
      <dgm:t>
        <a:bodyPr/>
        <a:lstStyle/>
        <a:p>
          <a:endParaRPr lang="en-US"/>
        </a:p>
      </dgm:t>
    </dgm:pt>
    <dgm:pt modelId="{B6DCB37C-D595-457B-806F-13675F1C0B36}" type="pres">
      <dgm:prSet presAssocID="{1A398411-AD88-4F07-973D-5DC6B1760C1A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rtl="1"/>
          <a:endParaRPr lang="ar-EG"/>
        </a:p>
      </dgm:t>
    </dgm:pt>
    <dgm:pt modelId="{ED472DDF-69BB-437F-836C-65E08E99A63F}" type="pres">
      <dgm:prSet presAssocID="{1A398411-AD88-4F07-973D-5DC6B1760C1A}" presName="matrix" presStyleCnt="0"/>
      <dgm:spPr/>
    </dgm:pt>
    <dgm:pt modelId="{A06E47EF-1082-41A4-B3C8-BEFAC9F17AAC}" type="pres">
      <dgm:prSet presAssocID="{1A398411-AD88-4F07-973D-5DC6B1760C1A}" presName="tile1" presStyleLbl="node1" presStyleIdx="0" presStyleCnt="4" custLinFactNeighborX="0" custLinFactNeighborY="0"/>
      <dgm:spPr/>
      <dgm:t>
        <a:bodyPr/>
        <a:lstStyle/>
        <a:p>
          <a:pPr rtl="1"/>
          <a:endParaRPr lang="ar-EG"/>
        </a:p>
      </dgm:t>
    </dgm:pt>
    <dgm:pt modelId="{B56D06E3-8D78-4B4A-B818-DAA54E4E0B15}" type="pres">
      <dgm:prSet presAssocID="{1A398411-AD88-4F07-973D-5DC6B1760C1A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24817F27-40D0-45A7-8274-6195114C26E7}" type="pres">
      <dgm:prSet presAssocID="{1A398411-AD88-4F07-973D-5DC6B1760C1A}" presName="tile2" presStyleLbl="node1" presStyleIdx="1" presStyleCnt="4"/>
      <dgm:spPr/>
      <dgm:t>
        <a:bodyPr/>
        <a:lstStyle/>
        <a:p>
          <a:pPr rtl="1"/>
          <a:endParaRPr lang="ar-EG"/>
        </a:p>
      </dgm:t>
    </dgm:pt>
    <dgm:pt modelId="{4170F8E3-205B-4F04-88A7-01F8B49CAD94}" type="pres">
      <dgm:prSet presAssocID="{1A398411-AD88-4F07-973D-5DC6B1760C1A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0907DD86-2722-40C2-8500-7811E6D1CDA9}" type="pres">
      <dgm:prSet presAssocID="{1A398411-AD88-4F07-973D-5DC6B1760C1A}" presName="tile3" presStyleLbl="node1" presStyleIdx="2" presStyleCnt="4"/>
      <dgm:spPr/>
      <dgm:t>
        <a:bodyPr/>
        <a:lstStyle/>
        <a:p>
          <a:pPr rtl="1"/>
          <a:endParaRPr lang="ar-EG"/>
        </a:p>
      </dgm:t>
    </dgm:pt>
    <dgm:pt modelId="{C7752FD6-CE40-461B-A7D3-FCD827F2DF8B}" type="pres">
      <dgm:prSet presAssocID="{1A398411-AD88-4F07-973D-5DC6B1760C1A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97CB88F8-754F-48DB-8729-2DF9ECCD6AED}" type="pres">
      <dgm:prSet presAssocID="{1A398411-AD88-4F07-973D-5DC6B1760C1A}" presName="tile4" presStyleLbl="node1" presStyleIdx="3" presStyleCnt="4"/>
      <dgm:spPr/>
      <dgm:t>
        <a:bodyPr/>
        <a:lstStyle/>
        <a:p>
          <a:pPr rtl="1"/>
          <a:endParaRPr lang="ar-EG"/>
        </a:p>
      </dgm:t>
    </dgm:pt>
    <dgm:pt modelId="{3635DFB2-DD71-493B-B182-60CE6E299027}" type="pres">
      <dgm:prSet presAssocID="{1A398411-AD88-4F07-973D-5DC6B1760C1A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8A452631-42DB-4E70-8F2D-02F07EC6340D}" type="pres">
      <dgm:prSet presAssocID="{1A398411-AD88-4F07-973D-5DC6B1760C1A}" presName="centerTile" presStyleLbl="fgShp" presStyleIdx="0" presStyleCnt="1" custScaleX="67396" custScaleY="46194">
        <dgm:presLayoutVars>
          <dgm:chMax val="0"/>
          <dgm:chPref val="0"/>
        </dgm:presLayoutVars>
      </dgm:prSet>
      <dgm:spPr/>
      <dgm:t>
        <a:bodyPr/>
        <a:lstStyle/>
        <a:p>
          <a:pPr rtl="1"/>
          <a:endParaRPr lang="ar-EG"/>
        </a:p>
      </dgm:t>
    </dgm:pt>
  </dgm:ptLst>
  <dgm:cxnLst>
    <dgm:cxn modelId="{0CAF55D3-7DD3-44F4-AE09-7334595936D6}" srcId="{B8866C7C-DFD9-48A8-A816-4985E549E294}" destId="{9C7160B7-2A2F-4ADE-B164-BC1774C8A171}" srcOrd="2" destOrd="0" parTransId="{1E1C1845-22B1-4ED7-8895-365F0E9BFF69}" sibTransId="{A0362EA6-CE92-4D52-916F-ABE9E630460D}"/>
    <dgm:cxn modelId="{27CBA707-5C61-425A-82F2-2802E965FE9D}" type="presOf" srcId="{1D206E83-470D-45A7-95A3-50A2C6C596EB}" destId="{97CB88F8-754F-48DB-8729-2DF9ECCD6AED}" srcOrd="0" destOrd="0" presId="urn:microsoft.com/office/officeart/2005/8/layout/matrix1"/>
    <dgm:cxn modelId="{92F55AA1-3874-4A30-9B51-548E1F44E552}" type="presOf" srcId="{39F21B76-0C86-4E8F-9B97-4B52DD9B85E8}" destId="{A06E47EF-1082-41A4-B3C8-BEFAC9F17AAC}" srcOrd="0" destOrd="0" presId="urn:microsoft.com/office/officeart/2005/8/layout/matrix1"/>
    <dgm:cxn modelId="{EA8A2923-4883-4C22-8804-24BCB19FBA80}" type="presOf" srcId="{1A398411-AD88-4F07-973D-5DC6B1760C1A}" destId="{B6DCB37C-D595-457B-806F-13675F1C0B36}" srcOrd="0" destOrd="0" presId="urn:microsoft.com/office/officeart/2005/8/layout/matrix1"/>
    <dgm:cxn modelId="{55306A17-4990-4D79-8A37-3EF6D33AA2C6}" srcId="{B8866C7C-DFD9-48A8-A816-4985E549E294}" destId="{39F21B76-0C86-4E8F-9B97-4B52DD9B85E8}" srcOrd="0" destOrd="0" parTransId="{79C27337-1931-4238-A139-302E347853A9}" sibTransId="{BC2314A9-9DF9-483E-94C4-E73B7D21184E}"/>
    <dgm:cxn modelId="{95C1A9AD-6759-4ED8-BD7E-FD4CBCFEB4CB}" type="presOf" srcId="{B8866C7C-DFD9-48A8-A816-4985E549E294}" destId="{8A452631-42DB-4E70-8F2D-02F07EC6340D}" srcOrd="0" destOrd="0" presId="urn:microsoft.com/office/officeart/2005/8/layout/matrix1"/>
    <dgm:cxn modelId="{EE7D53AB-FD50-4EC7-ABF4-1F5FF19AE645}" srcId="{1A398411-AD88-4F07-973D-5DC6B1760C1A}" destId="{B8866C7C-DFD9-48A8-A816-4985E549E294}" srcOrd="0" destOrd="0" parTransId="{EAC13EF2-F8EE-4FB0-ACC0-CF7C46C91C97}" sibTransId="{049D43D1-9B7D-45D1-BF92-300FA5A53E98}"/>
    <dgm:cxn modelId="{4DF2EA07-FFB2-44A7-A9E6-FEE8C5E10B8D}" srcId="{B8866C7C-DFD9-48A8-A816-4985E549E294}" destId="{1D206E83-470D-45A7-95A3-50A2C6C596EB}" srcOrd="3" destOrd="0" parTransId="{2BB88FC8-F6C1-41DF-8994-FCD4678E425B}" sibTransId="{60439CFE-8136-46D0-833A-7A372188A439}"/>
    <dgm:cxn modelId="{5B99F5F2-2D1C-4FC6-A63B-1DE729261FFE}" type="presOf" srcId="{F25552BB-E57F-4322-9D45-CB07FA4EF720}" destId="{24817F27-40D0-45A7-8274-6195114C26E7}" srcOrd="0" destOrd="0" presId="urn:microsoft.com/office/officeart/2005/8/layout/matrix1"/>
    <dgm:cxn modelId="{254842FB-907F-4A51-B3B8-117A2818D5A9}" srcId="{B8866C7C-DFD9-48A8-A816-4985E549E294}" destId="{F25552BB-E57F-4322-9D45-CB07FA4EF720}" srcOrd="1" destOrd="0" parTransId="{C265ACD8-EC30-4028-AD1A-FF1A1E76B1FD}" sibTransId="{4F47946D-6C7A-44F7-8CC7-92A227B50094}"/>
    <dgm:cxn modelId="{DE52B1ED-2EB7-4334-ADA6-74A11A4BF1A0}" type="presOf" srcId="{F25552BB-E57F-4322-9D45-CB07FA4EF720}" destId="{4170F8E3-205B-4F04-88A7-01F8B49CAD94}" srcOrd="1" destOrd="0" presId="urn:microsoft.com/office/officeart/2005/8/layout/matrix1"/>
    <dgm:cxn modelId="{C357B50C-7B2C-4627-A1E4-067BC4736743}" type="presOf" srcId="{9C7160B7-2A2F-4ADE-B164-BC1774C8A171}" destId="{C7752FD6-CE40-461B-A7D3-FCD827F2DF8B}" srcOrd="1" destOrd="0" presId="urn:microsoft.com/office/officeart/2005/8/layout/matrix1"/>
    <dgm:cxn modelId="{B92D3BF4-DAF2-4288-A53B-0143F3AC76AE}" type="presOf" srcId="{1D206E83-470D-45A7-95A3-50A2C6C596EB}" destId="{3635DFB2-DD71-493B-B182-60CE6E299027}" srcOrd="1" destOrd="0" presId="urn:microsoft.com/office/officeart/2005/8/layout/matrix1"/>
    <dgm:cxn modelId="{53790282-097C-4D4A-9E23-F22484E00407}" type="presOf" srcId="{9C7160B7-2A2F-4ADE-B164-BC1774C8A171}" destId="{0907DD86-2722-40C2-8500-7811E6D1CDA9}" srcOrd="0" destOrd="0" presId="urn:microsoft.com/office/officeart/2005/8/layout/matrix1"/>
    <dgm:cxn modelId="{09929DB7-48AE-43CC-BA1E-D26F0DD97289}" type="presOf" srcId="{39F21B76-0C86-4E8F-9B97-4B52DD9B85E8}" destId="{B56D06E3-8D78-4B4A-B818-DAA54E4E0B15}" srcOrd="1" destOrd="0" presId="urn:microsoft.com/office/officeart/2005/8/layout/matrix1"/>
    <dgm:cxn modelId="{44029768-256A-42B5-B848-66657FDCFDF8}" type="presParOf" srcId="{B6DCB37C-D595-457B-806F-13675F1C0B36}" destId="{ED472DDF-69BB-437F-836C-65E08E99A63F}" srcOrd="0" destOrd="0" presId="urn:microsoft.com/office/officeart/2005/8/layout/matrix1"/>
    <dgm:cxn modelId="{9C4DCA60-D6D1-4386-A3B1-216518065070}" type="presParOf" srcId="{ED472DDF-69BB-437F-836C-65E08E99A63F}" destId="{A06E47EF-1082-41A4-B3C8-BEFAC9F17AAC}" srcOrd="0" destOrd="0" presId="urn:microsoft.com/office/officeart/2005/8/layout/matrix1"/>
    <dgm:cxn modelId="{DD970DB9-3595-4F88-A8AD-E4E01B05A182}" type="presParOf" srcId="{ED472DDF-69BB-437F-836C-65E08E99A63F}" destId="{B56D06E3-8D78-4B4A-B818-DAA54E4E0B15}" srcOrd="1" destOrd="0" presId="urn:microsoft.com/office/officeart/2005/8/layout/matrix1"/>
    <dgm:cxn modelId="{C123FEB6-DC45-48A4-87EB-BA74E936C085}" type="presParOf" srcId="{ED472DDF-69BB-437F-836C-65E08E99A63F}" destId="{24817F27-40D0-45A7-8274-6195114C26E7}" srcOrd="2" destOrd="0" presId="urn:microsoft.com/office/officeart/2005/8/layout/matrix1"/>
    <dgm:cxn modelId="{9EC12D21-B9D1-495C-99AD-F93CAEA8E97F}" type="presParOf" srcId="{ED472DDF-69BB-437F-836C-65E08E99A63F}" destId="{4170F8E3-205B-4F04-88A7-01F8B49CAD94}" srcOrd="3" destOrd="0" presId="urn:microsoft.com/office/officeart/2005/8/layout/matrix1"/>
    <dgm:cxn modelId="{A71797DB-FDBE-4561-AF28-E0E154FF6DC5}" type="presParOf" srcId="{ED472DDF-69BB-437F-836C-65E08E99A63F}" destId="{0907DD86-2722-40C2-8500-7811E6D1CDA9}" srcOrd="4" destOrd="0" presId="urn:microsoft.com/office/officeart/2005/8/layout/matrix1"/>
    <dgm:cxn modelId="{584E54A7-C495-4947-8D0A-CAE68B5FA740}" type="presParOf" srcId="{ED472DDF-69BB-437F-836C-65E08E99A63F}" destId="{C7752FD6-CE40-461B-A7D3-FCD827F2DF8B}" srcOrd="5" destOrd="0" presId="urn:microsoft.com/office/officeart/2005/8/layout/matrix1"/>
    <dgm:cxn modelId="{375905D2-7E65-40E4-8E01-62A63C8D4E39}" type="presParOf" srcId="{ED472DDF-69BB-437F-836C-65E08E99A63F}" destId="{97CB88F8-754F-48DB-8729-2DF9ECCD6AED}" srcOrd="6" destOrd="0" presId="urn:microsoft.com/office/officeart/2005/8/layout/matrix1"/>
    <dgm:cxn modelId="{5FB0E92D-D38E-488E-A8CD-7F9B1B064116}" type="presParOf" srcId="{ED472DDF-69BB-437F-836C-65E08E99A63F}" destId="{3635DFB2-DD71-493B-B182-60CE6E299027}" srcOrd="7" destOrd="0" presId="urn:microsoft.com/office/officeart/2005/8/layout/matrix1"/>
    <dgm:cxn modelId="{2EEC75FA-AB77-4515-8F8B-CB1A9DC62F34}" type="presParOf" srcId="{B6DCB37C-D595-457B-806F-13675F1C0B36}" destId="{8A452631-42DB-4E70-8F2D-02F07EC6340D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DBFC94-A2A3-4794-A30D-B77CA598DF72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802234-FB72-4B78-8DAC-38BA1EF83B23}" type="pres">
      <dgm:prSet presAssocID="{9BDBFC94-A2A3-4794-A30D-B77CA598DF72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rtl="1"/>
          <a:endParaRPr lang="ar-EG"/>
        </a:p>
      </dgm:t>
    </dgm:pt>
  </dgm:ptLst>
  <dgm:cxnLst>
    <dgm:cxn modelId="{BE673906-F9FB-4425-8A14-E6E0D7E42706}" type="presOf" srcId="{9BDBFC94-A2A3-4794-A30D-B77CA598DF72}" destId="{A8802234-FB72-4B78-8DAC-38BA1EF83B23}" srcOrd="0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499641-86A5-415F-8CAA-BA5751CA111E}" type="doc">
      <dgm:prSet loTypeId="urn:diagrams.loki3.com/BracketList" loCatId="list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0D760FA-46F8-4AA7-A992-EE6CB5B980FA}">
      <dgm:prSet phldrT="[Text]" custT="1"/>
      <dgm:spPr/>
      <dgm:t>
        <a:bodyPr/>
        <a:lstStyle/>
        <a:p>
          <a:pPr algn="l"/>
          <a:r>
            <a:rPr lang="en-US" sz="4800" b="1" dirty="0"/>
            <a:t>Functional</a:t>
          </a:r>
          <a:endParaRPr lang="en-US" sz="5600" b="1" dirty="0"/>
        </a:p>
      </dgm:t>
    </dgm:pt>
    <dgm:pt modelId="{52B20018-B3FA-49CA-AB36-364038D642F4}" type="parTrans" cxnId="{C88B0FD0-96BE-4484-85F7-D81B23FEE402}">
      <dgm:prSet/>
      <dgm:spPr/>
      <dgm:t>
        <a:bodyPr/>
        <a:lstStyle/>
        <a:p>
          <a:endParaRPr lang="en-US"/>
        </a:p>
      </dgm:t>
    </dgm:pt>
    <dgm:pt modelId="{1901BE50-20B5-4594-944E-241D5B88E15E}" type="sibTrans" cxnId="{C88B0FD0-96BE-4484-85F7-D81B23FEE402}">
      <dgm:prSet/>
      <dgm:spPr/>
      <dgm:t>
        <a:bodyPr/>
        <a:lstStyle/>
        <a:p>
          <a:endParaRPr lang="en-US"/>
        </a:p>
      </dgm:t>
    </dgm:pt>
    <dgm:pt modelId="{F6D43D3E-D5BE-4F19-BA7B-3728EAC84E7C}">
      <dgm:prSet phldrT="[Text]" custT="1"/>
      <dgm:spPr/>
      <dgm:t>
        <a:bodyPr/>
        <a:lstStyle/>
        <a:p>
          <a:pPr algn="l"/>
          <a:r>
            <a:rPr lang="en-US" sz="2400" b="0" dirty="0" smtClean="0">
              <a:solidFill>
                <a:schemeClr val="bg1"/>
              </a:solidFill>
              <a:latin typeface="Berlin Sans FB" pitchFamily="34" charset="0"/>
              <a:ea typeface="Helvetica World Bold"/>
              <a:cs typeface="Helvetica World Bold"/>
              <a:sym typeface="Helvetica World Bold"/>
            </a:rPr>
            <a:t>Registration Page</a:t>
          </a:r>
          <a:endParaRPr lang="en-US" sz="2400" b="0" dirty="0">
            <a:solidFill>
              <a:schemeClr val="bg1"/>
            </a:solidFill>
            <a:latin typeface="Berlin Sans FB" pitchFamily="34" charset="0"/>
          </a:endParaRPr>
        </a:p>
      </dgm:t>
    </dgm:pt>
    <dgm:pt modelId="{2A039DDA-16C9-4793-983E-A13C6330B539}" type="parTrans" cxnId="{546D5425-BE9D-4027-BB6D-4AA0615D953B}">
      <dgm:prSet/>
      <dgm:spPr/>
      <dgm:t>
        <a:bodyPr/>
        <a:lstStyle/>
        <a:p>
          <a:endParaRPr lang="en-US"/>
        </a:p>
      </dgm:t>
    </dgm:pt>
    <dgm:pt modelId="{FFD6C959-C220-440F-B8A2-D1E562AD509A}" type="sibTrans" cxnId="{546D5425-BE9D-4027-BB6D-4AA0615D953B}">
      <dgm:prSet/>
      <dgm:spPr/>
      <dgm:t>
        <a:bodyPr/>
        <a:lstStyle/>
        <a:p>
          <a:endParaRPr lang="en-US"/>
        </a:p>
      </dgm:t>
    </dgm:pt>
    <dgm:pt modelId="{FB81DB71-EC29-4136-8665-64B217E289FF}">
      <dgm:prSet phldrT="[Text]" custT="1"/>
      <dgm:spPr/>
      <dgm:t>
        <a:bodyPr/>
        <a:lstStyle/>
        <a:p>
          <a:pPr algn="l"/>
          <a:r>
            <a:rPr lang="en-US" sz="4800" b="1" dirty="0"/>
            <a:t>Non-Functional</a:t>
          </a:r>
        </a:p>
      </dgm:t>
    </dgm:pt>
    <dgm:pt modelId="{389E546D-9BDD-40A1-839F-4FD8F23D7969}" type="parTrans" cxnId="{032E8661-C3F8-4653-8666-A7E677B5068B}">
      <dgm:prSet/>
      <dgm:spPr/>
      <dgm:t>
        <a:bodyPr/>
        <a:lstStyle/>
        <a:p>
          <a:endParaRPr lang="en-US"/>
        </a:p>
      </dgm:t>
    </dgm:pt>
    <dgm:pt modelId="{CCCD10EA-9440-471F-9F23-DE4CBF7DA444}" type="sibTrans" cxnId="{032E8661-C3F8-4653-8666-A7E677B5068B}">
      <dgm:prSet/>
      <dgm:spPr/>
      <dgm:t>
        <a:bodyPr/>
        <a:lstStyle/>
        <a:p>
          <a:endParaRPr lang="en-US"/>
        </a:p>
      </dgm:t>
    </dgm:pt>
    <dgm:pt modelId="{DE24B2FD-DE53-4576-B590-DE19E329B972}">
      <dgm:prSet phldrT="[Text]" custT="1"/>
      <dgm:spPr/>
      <dgm:t>
        <a:bodyPr/>
        <a:lstStyle/>
        <a:p>
          <a:r>
            <a:rPr lang="en-US" sz="2400" dirty="0" smtClean="0">
              <a:latin typeface="Berlin Sans FB" pitchFamily="34" charset="0"/>
            </a:rPr>
            <a:t>Performance </a:t>
          </a:r>
          <a:endParaRPr lang="en-US" sz="2400" dirty="0">
            <a:latin typeface="Berlin Sans FB" pitchFamily="34" charset="0"/>
          </a:endParaRPr>
        </a:p>
      </dgm:t>
    </dgm:pt>
    <dgm:pt modelId="{94C5DE54-05FA-4169-8659-5BD37DC0095F}" type="parTrans" cxnId="{C57B755A-8677-40C5-83BB-BC0FA698777D}">
      <dgm:prSet/>
      <dgm:spPr/>
      <dgm:t>
        <a:bodyPr/>
        <a:lstStyle/>
        <a:p>
          <a:endParaRPr lang="en-US"/>
        </a:p>
      </dgm:t>
    </dgm:pt>
    <dgm:pt modelId="{E3F461DC-3C6C-4DB2-A2F0-457F948A3A46}" type="sibTrans" cxnId="{C57B755A-8677-40C5-83BB-BC0FA698777D}">
      <dgm:prSet/>
      <dgm:spPr/>
      <dgm:t>
        <a:bodyPr/>
        <a:lstStyle/>
        <a:p>
          <a:endParaRPr lang="en-US"/>
        </a:p>
      </dgm:t>
    </dgm:pt>
    <dgm:pt modelId="{85C8B6B0-4803-4849-A27A-D213FE959A9C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Login Page</a:t>
          </a:r>
          <a:endParaRPr lang="en-US" sz="2400" dirty="0">
            <a:latin typeface="Berlin Sans FB" pitchFamily="34" charset="0"/>
          </a:endParaRPr>
        </a:p>
      </dgm:t>
    </dgm:pt>
    <dgm:pt modelId="{2E01D5CB-9061-4844-AC65-4ADF72153870}" type="parTrans" cxnId="{A0775AB7-2DEB-4C68-B4AF-6EBF90BA5102}">
      <dgm:prSet/>
      <dgm:spPr/>
      <dgm:t>
        <a:bodyPr/>
        <a:lstStyle/>
        <a:p>
          <a:pPr rtl="1"/>
          <a:endParaRPr lang="ar-EG"/>
        </a:p>
      </dgm:t>
    </dgm:pt>
    <dgm:pt modelId="{9A4A1FF4-D8DF-44BF-8358-E00DD8AB06B9}" type="sibTrans" cxnId="{A0775AB7-2DEB-4C68-B4AF-6EBF90BA5102}">
      <dgm:prSet/>
      <dgm:spPr/>
      <dgm:t>
        <a:bodyPr/>
        <a:lstStyle/>
        <a:p>
          <a:pPr rtl="1"/>
          <a:endParaRPr lang="ar-EG"/>
        </a:p>
      </dgm:t>
    </dgm:pt>
    <dgm:pt modelId="{A99732DF-158A-43BF-A73C-699A34566CC1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Home Page</a:t>
          </a:r>
          <a:endParaRPr lang="en-US" sz="2400" dirty="0">
            <a:latin typeface="Berlin Sans FB" pitchFamily="34" charset="0"/>
          </a:endParaRPr>
        </a:p>
      </dgm:t>
    </dgm:pt>
    <dgm:pt modelId="{B95F0CBF-E0B5-430E-983F-988BB2464067}" type="parTrans" cxnId="{9325DDC4-30C1-4193-A86A-E2331E78AB1D}">
      <dgm:prSet/>
      <dgm:spPr/>
      <dgm:t>
        <a:bodyPr/>
        <a:lstStyle/>
        <a:p>
          <a:pPr rtl="1"/>
          <a:endParaRPr lang="ar-EG"/>
        </a:p>
      </dgm:t>
    </dgm:pt>
    <dgm:pt modelId="{E4CE7869-6B65-4D18-A225-6141212F6FD9}" type="sibTrans" cxnId="{9325DDC4-30C1-4193-A86A-E2331E78AB1D}">
      <dgm:prSet/>
      <dgm:spPr/>
      <dgm:t>
        <a:bodyPr/>
        <a:lstStyle/>
        <a:p>
          <a:pPr rtl="1"/>
          <a:endParaRPr lang="ar-EG"/>
        </a:p>
      </dgm:t>
    </dgm:pt>
    <dgm:pt modelId="{C39414FF-54E4-4C7D-80CB-031A1A7C0FEA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Search &amp; Filter</a:t>
          </a:r>
          <a:endParaRPr lang="en-US" sz="2400" dirty="0">
            <a:latin typeface="Berlin Sans FB" pitchFamily="34" charset="0"/>
          </a:endParaRPr>
        </a:p>
      </dgm:t>
    </dgm:pt>
    <dgm:pt modelId="{704076BB-E356-4623-9FDD-E0C7FB90AD8D}" type="parTrans" cxnId="{E7DC3AD8-4A10-45EA-8FB2-2582A6B34C82}">
      <dgm:prSet/>
      <dgm:spPr/>
      <dgm:t>
        <a:bodyPr/>
        <a:lstStyle/>
        <a:p>
          <a:pPr rtl="1"/>
          <a:endParaRPr lang="ar-EG"/>
        </a:p>
      </dgm:t>
    </dgm:pt>
    <dgm:pt modelId="{6752565F-8291-4105-9BF0-F1865B50D8D1}" type="sibTrans" cxnId="{E7DC3AD8-4A10-45EA-8FB2-2582A6B34C82}">
      <dgm:prSet/>
      <dgm:spPr/>
      <dgm:t>
        <a:bodyPr/>
        <a:lstStyle/>
        <a:p>
          <a:pPr rtl="1"/>
          <a:endParaRPr lang="ar-EG"/>
        </a:p>
      </dgm:t>
    </dgm:pt>
    <dgm:pt modelId="{FC6A23AB-9262-4207-AC26-EF606B3DE5BE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Contact Page </a:t>
          </a:r>
          <a:endParaRPr lang="en-US" sz="2400" dirty="0">
            <a:latin typeface="Berlin Sans FB" pitchFamily="34" charset="0"/>
          </a:endParaRPr>
        </a:p>
      </dgm:t>
    </dgm:pt>
    <dgm:pt modelId="{7872D634-AAF1-486B-BB3B-DC30E8CF6411}" type="parTrans" cxnId="{FFE5EEDD-8D27-4782-89E9-EE1DC850D206}">
      <dgm:prSet/>
      <dgm:spPr/>
      <dgm:t>
        <a:bodyPr/>
        <a:lstStyle/>
        <a:p>
          <a:pPr rtl="1"/>
          <a:endParaRPr lang="ar-EG"/>
        </a:p>
      </dgm:t>
    </dgm:pt>
    <dgm:pt modelId="{CC59995D-A892-4692-9EFD-51E4106DFB15}" type="sibTrans" cxnId="{FFE5EEDD-8D27-4782-89E9-EE1DC850D206}">
      <dgm:prSet/>
      <dgm:spPr/>
      <dgm:t>
        <a:bodyPr/>
        <a:lstStyle/>
        <a:p>
          <a:pPr rtl="1"/>
          <a:endParaRPr lang="ar-EG"/>
        </a:p>
      </dgm:t>
    </dgm:pt>
    <dgm:pt modelId="{6EE33880-739D-46DB-9A01-4BF4ACC0A12B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Donation Page</a:t>
          </a:r>
          <a:endParaRPr lang="en-US" sz="2400" dirty="0">
            <a:latin typeface="Berlin Sans FB" pitchFamily="34" charset="0"/>
          </a:endParaRPr>
        </a:p>
      </dgm:t>
    </dgm:pt>
    <dgm:pt modelId="{37FD8883-87CE-44DF-9761-5B2D5D05EFC4}" type="parTrans" cxnId="{67EB1E5D-9BF4-41C3-9FA0-50C74D5B1BE3}">
      <dgm:prSet/>
      <dgm:spPr/>
      <dgm:t>
        <a:bodyPr/>
        <a:lstStyle/>
        <a:p>
          <a:pPr rtl="1"/>
          <a:endParaRPr lang="ar-EG"/>
        </a:p>
      </dgm:t>
    </dgm:pt>
    <dgm:pt modelId="{11565244-8B28-4EBE-8EC0-0AABE697823B}" type="sibTrans" cxnId="{67EB1E5D-9BF4-41C3-9FA0-50C74D5B1BE3}">
      <dgm:prSet/>
      <dgm:spPr/>
      <dgm:t>
        <a:bodyPr/>
        <a:lstStyle/>
        <a:p>
          <a:pPr rtl="1"/>
          <a:endParaRPr lang="ar-EG"/>
        </a:p>
      </dgm:t>
    </dgm:pt>
    <dgm:pt modelId="{122C14BE-9C1C-453E-B974-6E32166CB217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Shopping Cart</a:t>
          </a:r>
          <a:endParaRPr lang="en-US" sz="2400" dirty="0">
            <a:latin typeface="Berlin Sans FB" pitchFamily="34" charset="0"/>
          </a:endParaRPr>
        </a:p>
      </dgm:t>
    </dgm:pt>
    <dgm:pt modelId="{46F9E1DC-9220-46A9-89D2-4888E62DA7D6}" type="parTrans" cxnId="{D355B889-C91F-47D5-A472-F5C69FAF2187}">
      <dgm:prSet/>
      <dgm:spPr/>
      <dgm:t>
        <a:bodyPr/>
        <a:lstStyle/>
        <a:p>
          <a:pPr rtl="1"/>
          <a:endParaRPr lang="ar-EG"/>
        </a:p>
      </dgm:t>
    </dgm:pt>
    <dgm:pt modelId="{D161751B-9164-4A87-853C-A4A5D29D7A34}" type="sibTrans" cxnId="{D355B889-C91F-47D5-A472-F5C69FAF2187}">
      <dgm:prSet/>
      <dgm:spPr/>
      <dgm:t>
        <a:bodyPr/>
        <a:lstStyle/>
        <a:p>
          <a:pPr rtl="1"/>
          <a:endParaRPr lang="ar-EG"/>
        </a:p>
      </dgm:t>
    </dgm:pt>
    <dgm:pt modelId="{06661F85-A0C2-42F4-83E6-62025225253E}">
      <dgm:prSet phldrT="[Text]" custT="1"/>
      <dgm:spPr/>
      <dgm:t>
        <a:bodyPr/>
        <a:lstStyle/>
        <a:p>
          <a:r>
            <a:rPr lang="en-US" sz="2400" dirty="0" smtClean="0">
              <a:latin typeface="Berlin Sans FB" pitchFamily="34" charset="0"/>
            </a:rPr>
            <a:t>Security &amp; Privacy</a:t>
          </a:r>
          <a:endParaRPr lang="en-US" sz="2400" dirty="0">
            <a:latin typeface="Berlin Sans FB" pitchFamily="34" charset="0"/>
          </a:endParaRPr>
        </a:p>
      </dgm:t>
    </dgm:pt>
    <dgm:pt modelId="{41A4DCD4-A608-4B62-93AE-D66EC9FF6E6D}" type="parTrans" cxnId="{54C9665C-E858-4222-921A-37F2865061DF}">
      <dgm:prSet/>
      <dgm:spPr/>
      <dgm:t>
        <a:bodyPr/>
        <a:lstStyle/>
        <a:p>
          <a:pPr rtl="1"/>
          <a:endParaRPr lang="ar-EG"/>
        </a:p>
      </dgm:t>
    </dgm:pt>
    <dgm:pt modelId="{498C9DA2-DB70-4BF0-8024-CBD467B0CC9A}" type="sibTrans" cxnId="{54C9665C-E858-4222-921A-37F2865061DF}">
      <dgm:prSet/>
      <dgm:spPr/>
      <dgm:t>
        <a:bodyPr/>
        <a:lstStyle/>
        <a:p>
          <a:pPr rtl="1"/>
          <a:endParaRPr lang="ar-EG"/>
        </a:p>
      </dgm:t>
    </dgm:pt>
    <dgm:pt modelId="{F16266D6-2173-4541-9807-7FA2D1709612}">
      <dgm:prSet phldrT="[Text]" custT="1"/>
      <dgm:spPr/>
      <dgm:t>
        <a:bodyPr/>
        <a:lstStyle/>
        <a:p>
          <a:r>
            <a:rPr lang="en-US" sz="2400" dirty="0" smtClean="0">
              <a:latin typeface="Berlin Sans FB" pitchFamily="34" charset="0"/>
            </a:rPr>
            <a:t>Usability &amp; Accessibility </a:t>
          </a:r>
          <a:endParaRPr lang="en-US" sz="2400" dirty="0">
            <a:latin typeface="Berlin Sans FB" pitchFamily="34" charset="0"/>
          </a:endParaRPr>
        </a:p>
      </dgm:t>
    </dgm:pt>
    <dgm:pt modelId="{91348D0F-B70E-4A9B-852A-55FAEB7E0ABA}" type="parTrans" cxnId="{BF0ACCD0-3851-4471-9D6D-9CB70584865F}">
      <dgm:prSet/>
      <dgm:spPr/>
      <dgm:t>
        <a:bodyPr/>
        <a:lstStyle/>
        <a:p>
          <a:pPr rtl="1"/>
          <a:endParaRPr lang="ar-EG"/>
        </a:p>
      </dgm:t>
    </dgm:pt>
    <dgm:pt modelId="{E0A96CF9-C23C-45A7-8790-33C70F525E8A}" type="sibTrans" cxnId="{BF0ACCD0-3851-4471-9D6D-9CB70584865F}">
      <dgm:prSet/>
      <dgm:spPr/>
      <dgm:t>
        <a:bodyPr/>
        <a:lstStyle/>
        <a:p>
          <a:pPr rtl="1"/>
          <a:endParaRPr lang="ar-EG"/>
        </a:p>
      </dgm:t>
    </dgm:pt>
    <dgm:pt modelId="{C5D32F88-2CA1-4022-8A85-2C5EDAB8176D}" type="pres">
      <dgm:prSet presAssocID="{95499641-86A5-415F-8CAA-BA5751CA111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rtl="1"/>
          <a:endParaRPr lang="ar-EG"/>
        </a:p>
      </dgm:t>
    </dgm:pt>
    <dgm:pt modelId="{11A0CC33-B7F2-49D1-B3DC-A7CD5CFFB29B}" type="pres">
      <dgm:prSet presAssocID="{10D760FA-46F8-4AA7-A992-EE6CB5B980FA}" presName="linNode" presStyleCnt="0"/>
      <dgm:spPr/>
    </dgm:pt>
    <dgm:pt modelId="{2187F98B-7B07-4A68-BCF9-6E8A17170EFB}" type="pres">
      <dgm:prSet presAssocID="{10D760FA-46F8-4AA7-A992-EE6CB5B980FA}" presName="parTx" presStyleLbl="revTx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A567C420-9207-431E-BAFE-BF8DFA3B30F8}" type="pres">
      <dgm:prSet presAssocID="{10D760FA-46F8-4AA7-A992-EE6CB5B980FA}" presName="bracket" presStyleLbl="parChTrans1D1" presStyleIdx="0" presStyleCnt="2" custLinFactX="100000" custLinFactNeighborX="128001" custLinFactNeighborY="701"/>
      <dgm:spPr/>
    </dgm:pt>
    <dgm:pt modelId="{2E754B87-157D-4BEE-999E-CCCBEC9A8FDE}" type="pres">
      <dgm:prSet presAssocID="{10D760FA-46F8-4AA7-A992-EE6CB5B980FA}" presName="spH" presStyleCnt="0"/>
      <dgm:spPr/>
    </dgm:pt>
    <dgm:pt modelId="{0EBA040F-F972-4574-A7AA-400EF7936A12}" type="pres">
      <dgm:prSet presAssocID="{10D760FA-46F8-4AA7-A992-EE6CB5B980FA}" presName="desTx" presStyleLbl="node1" presStyleIdx="0" presStyleCnt="2" custScaleX="86696" custScaleY="102174" custLinFactX="8106" custLinFactNeighborX="100000" custLinFactNeighborY="3110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96B2D88C-BF41-475F-B189-97F828F0566F}" type="pres">
      <dgm:prSet presAssocID="{1901BE50-20B5-4594-944E-241D5B88E15E}" presName="spV" presStyleCnt="0"/>
      <dgm:spPr/>
    </dgm:pt>
    <dgm:pt modelId="{44854D30-652B-4EC2-BCFA-878B74A48B1A}" type="pres">
      <dgm:prSet presAssocID="{FB81DB71-EC29-4136-8665-64B217E289FF}" presName="linNode" presStyleCnt="0"/>
      <dgm:spPr/>
    </dgm:pt>
    <dgm:pt modelId="{225EC114-EEDE-46E5-A745-D27035EF7ECA}" type="pres">
      <dgm:prSet presAssocID="{FB81DB71-EC29-4136-8665-64B217E289FF}" presName="parTx" presStyleLbl="revTx" presStyleIdx="1" presStyleCnt="2" custScaleX="124480">
        <dgm:presLayoutVars>
          <dgm:chMax val="1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2181E6BC-9EA0-4CE8-B34E-1AAB6F66121D}" type="pres">
      <dgm:prSet presAssocID="{FB81DB71-EC29-4136-8665-64B217E289FF}" presName="bracket" presStyleLbl="parChTrans1D1" presStyleIdx="1" presStyleCnt="2" custLinFactNeighborX="52526" custLinFactNeighborY="1443"/>
      <dgm:spPr/>
    </dgm:pt>
    <dgm:pt modelId="{F4A9150C-1C9B-4EA3-A084-BABB00480B48}" type="pres">
      <dgm:prSet presAssocID="{FB81DB71-EC29-4136-8665-64B217E289FF}" presName="spH" presStyleCnt="0"/>
      <dgm:spPr/>
    </dgm:pt>
    <dgm:pt modelId="{A6BF7E4A-9D53-446C-9932-587B881627EE}" type="pres">
      <dgm:prSet presAssocID="{FB81DB71-EC29-4136-8665-64B217E289FF}" presName="desTx" presStyleLbl="node1" presStyleIdx="1" presStyleCnt="2" custScaleX="86696" custScaleY="93321" custLinFactNeighborX="59056" custLinFactNeighborY="-1692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</dgm:ptLst>
  <dgm:cxnLst>
    <dgm:cxn modelId="{453E5124-C3C1-4B67-9D6E-3F1B851BC2A6}" type="presOf" srcId="{10D760FA-46F8-4AA7-A992-EE6CB5B980FA}" destId="{2187F98B-7B07-4A68-BCF9-6E8A17170EFB}" srcOrd="0" destOrd="0" presId="urn:diagrams.loki3.com/BracketList"/>
    <dgm:cxn modelId="{A12CCEC6-FA1D-44BF-A547-B2D46D7A7D30}" type="presOf" srcId="{95499641-86A5-415F-8CAA-BA5751CA111E}" destId="{C5D32F88-2CA1-4022-8A85-2C5EDAB8176D}" srcOrd="0" destOrd="0" presId="urn:diagrams.loki3.com/BracketList"/>
    <dgm:cxn modelId="{D355B889-C91F-47D5-A472-F5C69FAF2187}" srcId="{10D760FA-46F8-4AA7-A992-EE6CB5B980FA}" destId="{122C14BE-9C1C-453E-B974-6E32166CB217}" srcOrd="6" destOrd="0" parTransId="{46F9E1DC-9220-46A9-89D2-4888E62DA7D6}" sibTransId="{D161751B-9164-4A87-853C-A4A5D29D7A34}"/>
    <dgm:cxn modelId="{39260545-5534-4D44-9228-783FA167C7EE}" type="presOf" srcId="{85C8B6B0-4803-4849-A27A-D213FE959A9C}" destId="{0EBA040F-F972-4574-A7AA-400EF7936A12}" srcOrd="0" destOrd="1" presId="urn:diagrams.loki3.com/BracketList"/>
    <dgm:cxn modelId="{A0775AB7-2DEB-4C68-B4AF-6EBF90BA5102}" srcId="{10D760FA-46F8-4AA7-A992-EE6CB5B980FA}" destId="{85C8B6B0-4803-4849-A27A-D213FE959A9C}" srcOrd="1" destOrd="0" parTransId="{2E01D5CB-9061-4844-AC65-4ADF72153870}" sibTransId="{9A4A1FF4-D8DF-44BF-8358-E00DD8AB06B9}"/>
    <dgm:cxn modelId="{9325DDC4-30C1-4193-A86A-E2331E78AB1D}" srcId="{10D760FA-46F8-4AA7-A992-EE6CB5B980FA}" destId="{A99732DF-158A-43BF-A73C-699A34566CC1}" srcOrd="2" destOrd="0" parTransId="{B95F0CBF-E0B5-430E-983F-988BB2464067}" sibTransId="{E4CE7869-6B65-4D18-A225-6141212F6FD9}"/>
    <dgm:cxn modelId="{1068D56F-A93F-4068-B6E1-529CFF1CAF8F}" type="presOf" srcId="{FB81DB71-EC29-4136-8665-64B217E289FF}" destId="{225EC114-EEDE-46E5-A745-D27035EF7ECA}" srcOrd="0" destOrd="0" presId="urn:diagrams.loki3.com/BracketList"/>
    <dgm:cxn modelId="{7B88DED7-AE36-473F-8ED3-F9DB283A91E8}" type="presOf" srcId="{DE24B2FD-DE53-4576-B590-DE19E329B972}" destId="{A6BF7E4A-9D53-446C-9932-587B881627EE}" srcOrd="0" destOrd="0" presId="urn:diagrams.loki3.com/BracketList"/>
    <dgm:cxn modelId="{C57B755A-8677-40C5-83BB-BC0FA698777D}" srcId="{FB81DB71-EC29-4136-8665-64B217E289FF}" destId="{DE24B2FD-DE53-4576-B590-DE19E329B972}" srcOrd="0" destOrd="0" parTransId="{94C5DE54-05FA-4169-8659-5BD37DC0095F}" sibTransId="{E3F461DC-3C6C-4DB2-A2F0-457F948A3A46}"/>
    <dgm:cxn modelId="{67EB1E5D-9BF4-41C3-9FA0-50C74D5B1BE3}" srcId="{10D760FA-46F8-4AA7-A992-EE6CB5B980FA}" destId="{6EE33880-739D-46DB-9A01-4BF4ACC0A12B}" srcOrd="5" destOrd="0" parTransId="{37FD8883-87CE-44DF-9761-5B2D5D05EFC4}" sibTransId="{11565244-8B28-4EBE-8EC0-0AABE697823B}"/>
    <dgm:cxn modelId="{54C9665C-E858-4222-921A-37F2865061DF}" srcId="{FB81DB71-EC29-4136-8665-64B217E289FF}" destId="{06661F85-A0C2-42F4-83E6-62025225253E}" srcOrd="1" destOrd="0" parTransId="{41A4DCD4-A608-4B62-93AE-D66EC9FF6E6D}" sibTransId="{498C9DA2-DB70-4BF0-8024-CBD467B0CC9A}"/>
    <dgm:cxn modelId="{546D5425-BE9D-4027-BB6D-4AA0615D953B}" srcId="{10D760FA-46F8-4AA7-A992-EE6CB5B980FA}" destId="{F6D43D3E-D5BE-4F19-BA7B-3728EAC84E7C}" srcOrd="0" destOrd="0" parTransId="{2A039DDA-16C9-4793-983E-A13C6330B539}" sibTransId="{FFD6C959-C220-440F-B8A2-D1E562AD509A}"/>
    <dgm:cxn modelId="{05EBED6F-A62B-4D19-B7D0-1B2FDEEBC862}" type="presOf" srcId="{C39414FF-54E4-4C7D-80CB-031A1A7C0FEA}" destId="{0EBA040F-F972-4574-A7AA-400EF7936A12}" srcOrd="0" destOrd="3" presId="urn:diagrams.loki3.com/BracketList"/>
    <dgm:cxn modelId="{EDA943D6-3972-4694-B73C-1743AEB41AB1}" type="presOf" srcId="{06661F85-A0C2-42F4-83E6-62025225253E}" destId="{A6BF7E4A-9D53-446C-9932-587B881627EE}" srcOrd="0" destOrd="1" presId="urn:diagrams.loki3.com/BracketList"/>
    <dgm:cxn modelId="{DBA200E3-562A-4839-971A-1B9EF88FC423}" type="presOf" srcId="{122C14BE-9C1C-453E-B974-6E32166CB217}" destId="{0EBA040F-F972-4574-A7AA-400EF7936A12}" srcOrd="0" destOrd="6" presId="urn:diagrams.loki3.com/BracketList"/>
    <dgm:cxn modelId="{CDB5FAC7-5D4C-4BF8-BAC3-C1FB9BBACD76}" type="presOf" srcId="{6EE33880-739D-46DB-9A01-4BF4ACC0A12B}" destId="{0EBA040F-F972-4574-A7AA-400EF7936A12}" srcOrd="0" destOrd="5" presId="urn:diagrams.loki3.com/BracketList"/>
    <dgm:cxn modelId="{BF0ACCD0-3851-4471-9D6D-9CB70584865F}" srcId="{FB81DB71-EC29-4136-8665-64B217E289FF}" destId="{F16266D6-2173-4541-9807-7FA2D1709612}" srcOrd="2" destOrd="0" parTransId="{91348D0F-B70E-4A9B-852A-55FAEB7E0ABA}" sibTransId="{E0A96CF9-C23C-45A7-8790-33C70F525E8A}"/>
    <dgm:cxn modelId="{032E8661-C3F8-4653-8666-A7E677B5068B}" srcId="{95499641-86A5-415F-8CAA-BA5751CA111E}" destId="{FB81DB71-EC29-4136-8665-64B217E289FF}" srcOrd="1" destOrd="0" parTransId="{389E546D-9BDD-40A1-839F-4FD8F23D7969}" sibTransId="{CCCD10EA-9440-471F-9F23-DE4CBF7DA444}"/>
    <dgm:cxn modelId="{48761CEC-1769-43AE-9F2F-8D806E269217}" type="presOf" srcId="{F6D43D3E-D5BE-4F19-BA7B-3728EAC84E7C}" destId="{0EBA040F-F972-4574-A7AA-400EF7936A12}" srcOrd="0" destOrd="0" presId="urn:diagrams.loki3.com/BracketList"/>
    <dgm:cxn modelId="{4C239442-C38E-4E95-8748-882E22604734}" type="presOf" srcId="{A99732DF-158A-43BF-A73C-699A34566CC1}" destId="{0EBA040F-F972-4574-A7AA-400EF7936A12}" srcOrd="0" destOrd="2" presId="urn:diagrams.loki3.com/BracketList"/>
    <dgm:cxn modelId="{AB19ED38-C49A-4F12-9FBF-9F0BE2CC7E7B}" type="presOf" srcId="{F16266D6-2173-4541-9807-7FA2D1709612}" destId="{A6BF7E4A-9D53-446C-9932-587B881627EE}" srcOrd="0" destOrd="2" presId="urn:diagrams.loki3.com/BracketList"/>
    <dgm:cxn modelId="{E7DC3AD8-4A10-45EA-8FB2-2582A6B34C82}" srcId="{10D760FA-46F8-4AA7-A992-EE6CB5B980FA}" destId="{C39414FF-54E4-4C7D-80CB-031A1A7C0FEA}" srcOrd="3" destOrd="0" parTransId="{704076BB-E356-4623-9FDD-E0C7FB90AD8D}" sibTransId="{6752565F-8291-4105-9BF0-F1865B50D8D1}"/>
    <dgm:cxn modelId="{3793617C-0123-49FA-8FFC-884A101494C4}" type="presOf" srcId="{FC6A23AB-9262-4207-AC26-EF606B3DE5BE}" destId="{0EBA040F-F972-4574-A7AA-400EF7936A12}" srcOrd="0" destOrd="4" presId="urn:diagrams.loki3.com/BracketList"/>
    <dgm:cxn modelId="{C88B0FD0-96BE-4484-85F7-D81B23FEE402}" srcId="{95499641-86A5-415F-8CAA-BA5751CA111E}" destId="{10D760FA-46F8-4AA7-A992-EE6CB5B980FA}" srcOrd="0" destOrd="0" parTransId="{52B20018-B3FA-49CA-AB36-364038D642F4}" sibTransId="{1901BE50-20B5-4594-944E-241D5B88E15E}"/>
    <dgm:cxn modelId="{FFE5EEDD-8D27-4782-89E9-EE1DC850D206}" srcId="{10D760FA-46F8-4AA7-A992-EE6CB5B980FA}" destId="{FC6A23AB-9262-4207-AC26-EF606B3DE5BE}" srcOrd="4" destOrd="0" parTransId="{7872D634-AAF1-486B-BB3B-DC30E8CF6411}" sibTransId="{CC59995D-A892-4692-9EFD-51E4106DFB15}"/>
    <dgm:cxn modelId="{D0032E53-066C-4AC3-8127-BB520A2F1796}" type="presParOf" srcId="{C5D32F88-2CA1-4022-8A85-2C5EDAB8176D}" destId="{11A0CC33-B7F2-49D1-B3DC-A7CD5CFFB29B}" srcOrd="0" destOrd="0" presId="urn:diagrams.loki3.com/BracketList"/>
    <dgm:cxn modelId="{33E4A8EA-B6DA-40E5-8CF7-BB78384F49B8}" type="presParOf" srcId="{11A0CC33-B7F2-49D1-B3DC-A7CD5CFFB29B}" destId="{2187F98B-7B07-4A68-BCF9-6E8A17170EFB}" srcOrd="0" destOrd="0" presId="urn:diagrams.loki3.com/BracketList"/>
    <dgm:cxn modelId="{60806EFF-DCCE-49E9-AC0E-80AFA7252842}" type="presParOf" srcId="{11A0CC33-B7F2-49D1-B3DC-A7CD5CFFB29B}" destId="{A567C420-9207-431E-BAFE-BF8DFA3B30F8}" srcOrd="1" destOrd="0" presId="urn:diagrams.loki3.com/BracketList"/>
    <dgm:cxn modelId="{D8956625-9B87-41B5-84DF-6F4B239E4CCF}" type="presParOf" srcId="{11A0CC33-B7F2-49D1-B3DC-A7CD5CFFB29B}" destId="{2E754B87-157D-4BEE-999E-CCCBEC9A8FDE}" srcOrd="2" destOrd="0" presId="urn:diagrams.loki3.com/BracketList"/>
    <dgm:cxn modelId="{DD8D26DB-56F8-485F-A4F1-A02ED93D0542}" type="presParOf" srcId="{11A0CC33-B7F2-49D1-B3DC-A7CD5CFFB29B}" destId="{0EBA040F-F972-4574-A7AA-400EF7936A12}" srcOrd="3" destOrd="0" presId="urn:diagrams.loki3.com/BracketList"/>
    <dgm:cxn modelId="{11548748-E186-4308-AB63-D608EA76467F}" type="presParOf" srcId="{C5D32F88-2CA1-4022-8A85-2C5EDAB8176D}" destId="{96B2D88C-BF41-475F-B189-97F828F0566F}" srcOrd="1" destOrd="0" presId="urn:diagrams.loki3.com/BracketList"/>
    <dgm:cxn modelId="{13A222C5-B23B-4BB8-A9BF-03E730446889}" type="presParOf" srcId="{C5D32F88-2CA1-4022-8A85-2C5EDAB8176D}" destId="{44854D30-652B-4EC2-BCFA-878B74A48B1A}" srcOrd="2" destOrd="0" presId="urn:diagrams.loki3.com/BracketList"/>
    <dgm:cxn modelId="{CD01FDB0-D89E-4283-95BF-1E09D09C00C9}" type="presParOf" srcId="{44854D30-652B-4EC2-BCFA-878B74A48B1A}" destId="{225EC114-EEDE-46E5-A745-D27035EF7ECA}" srcOrd="0" destOrd="0" presId="urn:diagrams.loki3.com/BracketList"/>
    <dgm:cxn modelId="{D12D2928-9653-4B7E-B0C6-8DF223F2D5C4}" type="presParOf" srcId="{44854D30-652B-4EC2-BCFA-878B74A48B1A}" destId="{2181E6BC-9EA0-4CE8-B34E-1AAB6F66121D}" srcOrd="1" destOrd="0" presId="urn:diagrams.loki3.com/BracketList"/>
    <dgm:cxn modelId="{AFBDC66A-41DD-47C3-924A-A36BAEC8EC69}" type="presParOf" srcId="{44854D30-652B-4EC2-BCFA-878B74A48B1A}" destId="{F4A9150C-1C9B-4EA3-A084-BABB00480B48}" srcOrd="2" destOrd="0" presId="urn:diagrams.loki3.com/BracketList"/>
    <dgm:cxn modelId="{B7A8DDE3-730F-4D38-928B-C81BCEE1B9CD}" type="presParOf" srcId="{44854D30-652B-4EC2-BCFA-878B74A48B1A}" destId="{A6BF7E4A-9D53-446C-9932-587B881627EE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6B674-953B-46C4-B710-F5CE9683340A}">
      <dsp:nvSpPr>
        <dsp:cNvPr id="0" name=""/>
        <dsp:cNvSpPr/>
      </dsp:nvSpPr>
      <dsp:spPr>
        <a:xfrm>
          <a:off x="-7039130" y="-1076081"/>
          <a:ext cx="8377056" cy="8377056"/>
        </a:xfrm>
        <a:prstGeom prst="blockArc">
          <a:avLst>
            <a:gd name="adj1" fmla="val 18900000"/>
            <a:gd name="adj2" fmla="val 2700000"/>
            <a:gd name="adj3" fmla="val 258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0665C3-AB73-4514-BCD5-BA82D3DE4C1B}">
      <dsp:nvSpPr>
        <dsp:cNvPr id="0" name=""/>
        <dsp:cNvSpPr/>
      </dsp:nvSpPr>
      <dsp:spPr>
        <a:xfrm>
          <a:off x="584217" y="388931"/>
          <a:ext cx="15633266" cy="7783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/>
            <a:t>Problem</a:t>
          </a:r>
          <a:endParaRPr lang="en-GB" sz="4000" kern="1200" dirty="0"/>
        </a:p>
      </dsp:txBody>
      <dsp:txXfrm>
        <a:off x="584217" y="388931"/>
        <a:ext cx="15633266" cy="778360"/>
      </dsp:txXfrm>
    </dsp:sp>
    <dsp:sp modelId="{B61BF990-29C5-490D-870E-6635F6E08EA0}">
      <dsp:nvSpPr>
        <dsp:cNvPr id="0" name=""/>
        <dsp:cNvSpPr/>
      </dsp:nvSpPr>
      <dsp:spPr>
        <a:xfrm>
          <a:off x="97742" y="291636"/>
          <a:ext cx="972950" cy="972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70E87C-4C4F-4BF8-A64E-581BFE744AA4}">
      <dsp:nvSpPr>
        <dsp:cNvPr id="0" name=""/>
        <dsp:cNvSpPr/>
      </dsp:nvSpPr>
      <dsp:spPr>
        <a:xfrm>
          <a:off x="1141968" y="1556098"/>
          <a:ext cx="15075516" cy="778360"/>
        </a:xfrm>
        <a:prstGeom prst="rect">
          <a:avLst/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Empathy map</a:t>
          </a:r>
        </a:p>
      </dsp:txBody>
      <dsp:txXfrm>
        <a:off x="1141968" y="1556098"/>
        <a:ext cx="15075516" cy="778360"/>
      </dsp:txXfrm>
    </dsp:sp>
    <dsp:sp modelId="{7FC164A0-2D21-412A-9330-CA4BA0884A7C}">
      <dsp:nvSpPr>
        <dsp:cNvPr id="0" name=""/>
        <dsp:cNvSpPr/>
      </dsp:nvSpPr>
      <dsp:spPr>
        <a:xfrm>
          <a:off x="655492" y="1458803"/>
          <a:ext cx="972950" cy="972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1116192"/>
              <a:satOff val="6725"/>
              <a:lumOff val="53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D64098F-6CC8-4777-8E67-14445BFB2CEB}">
      <dsp:nvSpPr>
        <dsp:cNvPr id="0" name=""/>
        <dsp:cNvSpPr/>
      </dsp:nvSpPr>
      <dsp:spPr>
        <a:xfrm>
          <a:off x="1313152" y="2723266"/>
          <a:ext cx="14904331" cy="778360"/>
        </a:xfrm>
        <a:prstGeom prst="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Prior Solutions </a:t>
          </a:r>
          <a:endParaRPr lang="en-GB" sz="4000" kern="1200" dirty="0"/>
        </a:p>
      </dsp:txBody>
      <dsp:txXfrm>
        <a:off x="1313152" y="2723266"/>
        <a:ext cx="14904331" cy="778360"/>
      </dsp:txXfrm>
    </dsp:sp>
    <dsp:sp modelId="{2A98A7A3-5E31-41A2-80DE-B2D905BADE47}">
      <dsp:nvSpPr>
        <dsp:cNvPr id="0" name=""/>
        <dsp:cNvSpPr/>
      </dsp:nvSpPr>
      <dsp:spPr>
        <a:xfrm>
          <a:off x="826677" y="2625971"/>
          <a:ext cx="972950" cy="972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1BA5D06-42B0-44AA-A2A2-D4840A8E3F07}">
      <dsp:nvSpPr>
        <dsp:cNvPr id="0" name=""/>
        <dsp:cNvSpPr/>
      </dsp:nvSpPr>
      <dsp:spPr>
        <a:xfrm>
          <a:off x="1141968" y="3890433"/>
          <a:ext cx="15075516" cy="778360"/>
        </a:xfrm>
        <a:prstGeom prst="rect">
          <a:avLst/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Design </a:t>
          </a:r>
          <a:r>
            <a:rPr lang="en-US" sz="4000" kern="1200"/>
            <a:t>Requirements</a:t>
          </a:r>
          <a:endParaRPr lang="en-GB" sz="4000" kern="1200"/>
        </a:p>
      </dsp:txBody>
      <dsp:txXfrm>
        <a:off x="1141968" y="3890433"/>
        <a:ext cx="15075516" cy="778360"/>
      </dsp:txXfrm>
    </dsp:sp>
    <dsp:sp modelId="{64A232D6-26B0-4625-BD3D-738D2399000B}">
      <dsp:nvSpPr>
        <dsp:cNvPr id="0" name=""/>
        <dsp:cNvSpPr/>
      </dsp:nvSpPr>
      <dsp:spPr>
        <a:xfrm>
          <a:off x="655492" y="3793138"/>
          <a:ext cx="972950" cy="972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3348577"/>
              <a:satOff val="20174"/>
              <a:lumOff val="161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D47BA33-D2AB-4184-9B87-3F005C4286F4}">
      <dsp:nvSpPr>
        <dsp:cNvPr id="0" name=""/>
        <dsp:cNvSpPr/>
      </dsp:nvSpPr>
      <dsp:spPr>
        <a:xfrm>
          <a:off x="584217" y="5057601"/>
          <a:ext cx="15633266" cy="778360"/>
        </a:xfrm>
        <a:prstGeom prst="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/>
            <a:t>SDG</a:t>
          </a:r>
          <a:endParaRPr lang="en-GB" sz="4000" kern="1200"/>
        </a:p>
      </dsp:txBody>
      <dsp:txXfrm>
        <a:off x="584217" y="5057601"/>
        <a:ext cx="15633266" cy="778360"/>
      </dsp:txXfrm>
    </dsp:sp>
    <dsp:sp modelId="{A6839B1F-33E1-49C6-8D08-8883760A1F23}">
      <dsp:nvSpPr>
        <dsp:cNvPr id="0" name=""/>
        <dsp:cNvSpPr/>
      </dsp:nvSpPr>
      <dsp:spPr>
        <a:xfrm>
          <a:off x="97742" y="4960305"/>
          <a:ext cx="972950" cy="972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E47EF-1082-41A4-B3C8-BEFAC9F17AAC}">
      <dsp:nvSpPr>
        <dsp:cNvPr id="0" name=""/>
        <dsp:cNvSpPr/>
      </dsp:nvSpPr>
      <dsp:spPr>
        <a:xfrm rot="16200000">
          <a:off x="2105495" y="-2105495"/>
          <a:ext cx="3142308" cy="7353300"/>
        </a:xfrm>
        <a:prstGeom prst="round1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lvl="0" algn="ctr" defTabSz="17780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 smtClean="0">
              <a:latin typeface="Arial Rounded MT Bold" pitchFamily="34" charset="0"/>
            </a:rPr>
            <a:t>What</a:t>
          </a:r>
        </a:p>
        <a:p>
          <a:pPr lvl="0" algn="ctr" defTabSz="17780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4000" kern="1200" dirty="0" smtClean="0"/>
        </a:p>
        <a:p>
          <a:pPr lvl="0" algn="ctr" defTabSz="17780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4000" kern="1200" dirty="0" smtClean="0"/>
        </a:p>
      </dsp:txBody>
      <dsp:txXfrm rot="5400000">
        <a:off x="0" y="0"/>
        <a:ext cx="7353300" cy="2356731"/>
      </dsp:txXfrm>
    </dsp:sp>
    <dsp:sp modelId="{24817F27-40D0-45A7-8274-6195114C26E7}">
      <dsp:nvSpPr>
        <dsp:cNvPr id="0" name=""/>
        <dsp:cNvSpPr/>
      </dsp:nvSpPr>
      <dsp:spPr>
        <a:xfrm>
          <a:off x="7353300" y="0"/>
          <a:ext cx="7353300" cy="3142308"/>
        </a:xfrm>
        <a:prstGeom prst="round1Rect">
          <a:avLst/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shade val="51000"/>
                <a:satMod val="130000"/>
              </a:schemeClr>
            </a:gs>
            <a:gs pos="80000">
              <a:schemeClr val="accent4">
                <a:hueOff val="-1488257"/>
                <a:satOff val="8966"/>
                <a:lumOff val="719"/>
                <a:alphaOff val="0"/>
                <a:shade val="93000"/>
                <a:satMod val="13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 smtClean="0">
              <a:latin typeface="Arial Rounded MT Bold" pitchFamily="34" charset="0"/>
            </a:rPr>
            <a:t>Who</a:t>
          </a: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latin typeface="Arial Rounded MT Bold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>
            <a:latin typeface="Arial Rounded MT Bold" pitchFamily="34" charset="0"/>
          </a:endParaRPr>
        </a:p>
      </dsp:txBody>
      <dsp:txXfrm>
        <a:off x="7353300" y="0"/>
        <a:ext cx="7353300" cy="2356731"/>
      </dsp:txXfrm>
    </dsp:sp>
    <dsp:sp modelId="{0907DD86-2722-40C2-8500-7811E6D1CDA9}">
      <dsp:nvSpPr>
        <dsp:cNvPr id="0" name=""/>
        <dsp:cNvSpPr/>
      </dsp:nvSpPr>
      <dsp:spPr>
        <a:xfrm rot="10800000">
          <a:off x="0" y="3142308"/>
          <a:ext cx="7353300" cy="3142308"/>
        </a:xfrm>
        <a:prstGeom prst="round1Rect">
          <a:avLst/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shade val="51000"/>
                <a:satMod val="130000"/>
              </a:schemeClr>
            </a:gs>
            <a:gs pos="80000">
              <a:schemeClr val="accent4">
                <a:hueOff val="-2976513"/>
                <a:satOff val="17933"/>
                <a:lumOff val="1437"/>
                <a:alphaOff val="0"/>
                <a:shade val="93000"/>
                <a:satMod val="13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 smtClean="0">
              <a:latin typeface="Arial Rounded MT Bold" pitchFamily="34" charset="0"/>
            </a:rPr>
            <a:t>Why</a:t>
          </a: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latin typeface="Arial Rounded MT Bold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latin typeface="Arial Rounded MT Bold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latin typeface="Arial Rounded MT Bold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>
            <a:latin typeface="Arial Rounded MT Bold" pitchFamily="34" charset="0"/>
          </a:endParaRPr>
        </a:p>
      </dsp:txBody>
      <dsp:txXfrm rot="10800000">
        <a:off x="0" y="3927886"/>
        <a:ext cx="7353300" cy="2356731"/>
      </dsp:txXfrm>
    </dsp:sp>
    <dsp:sp modelId="{97CB88F8-754F-48DB-8729-2DF9ECCD6AED}">
      <dsp:nvSpPr>
        <dsp:cNvPr id="0" name=""/>
        <dsp:cNvSpPr/>
      </dsp:nvSpPr>
      <dsp:spPr>
        <a:xfrm rot="5400000">
          <a:off x="9458795" y="1036813"/>
          <a:ext cx="3142308" cy="7353300"/>
        </a:xfrm>
        <a:prstGeom prst="round1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Idea</a:t>
          </a:r>
          <a:endParaRPr lang="en-US" sz="3000" kern="1200" dirty="0"/>
        </a:p>
      </dsp:txBody>
      <dsp:txXfrm rot="-5400000">
        <a:off x="7353300" y="3927886"/>
        <a:ext cx="7353300" cy="2356731"/>
      </dsp:txXfrm>
    </dsp:sp>
    <dsp:sp modelId="{8A452631-42DB-4E70-8F2D-02F07EC6340D}">
      <dsp:nvSpPr>
        <dsp:cNvPr id="0" name=""/>
        <dsp:cNvSpPr/>
      </dsp:nvSpPr>
      <dsp:spPr>
        <a:xfrm>
          <a:off x="5866550" y="2779419"/>
          <a:ext cx="2973498" cy="725779"/>
        </a:xfrm>
        <a:prstGeom prst="roundRect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Problem</a:t>
          </a:r>
        </a:p>
      </dsp:txBody>
      <dsp:txXfrm>
        <a:off x="5901980" y="2814849"/>
        <a:ext cx="2902638" cy="6549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87F98B-7B07-4A68-BCF9-6E8A17170EFB}">
      <dsp:nvSpPr>
        <dsp:cNvPr id="0" name=""/>
        <dsp:cNvSpPr/>
      </dsp:nvSpPr>
      <dsp:spPr>
        <a:xfrm>
          <a:off x="228591" y="1941390"/>
          <a:ext cx="3905250" cy="12870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76" tIns="121920" rIns="341376" bIns="121920" numCol="1" spcCol="1270" anchor="ctr" anchorCtr="0">
          <a:noAutofit/>
        </a:bodyPr>
        <a:lstStyle/>
        <a:p>
          <a:pPr lvl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b="1" kern="1200" dirty="0"/>
            <a:t>Functional</a:t>
          </a:r>
          <a:endParaRPr lang="en-US" sz="5600" b="1" kern="1200" dirty="0"/>
        </a:p>
      </dsp:txBody>
      <dsp:txXfrm>
        <a:off x="228591" y="1941390"/>
        <a:ext cx="3905250" cy="1287000"/>
      </dsp:txXfrm>
    </dsp:sp>
    <dsp:sp modelId="{A567C420-9207-431E-BAFE-BF8DFA3B30F8}">
      <dsp:nvSpPr>
        <dsp:cNvPr id="0" name=""/>
        <dsp:cNvSpPr/>
      </dsp:nvSpPr>
      <dsp:spPr>
        <a:xfrm>
          <a:off x="5314792" y="1276279"/>
          <a:ext cx="781050" cy="2654437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BA040F-F972-4574-A7AA-400EF7936A12}">
      <dsp:nvSpPr>
        <dsp:cNvPr id="0" name=""/>
        <dsp:cNvSpPr/>
      </dsp:nvSpPr>
      <dsp:spPr>
        <a:xfrm>
          <a:off x="6400773" y="1311371"/>
          <a:ext cx="9209091" cy="27121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kern="1200" dirty="0" smtClean="0">
              <a:solidFill>
                <a:schemeClr val="bg1"/>
              </a:solidFill>
              <a:latin typeface="Berlin Sans FB" pitchFamily="34" charset="0"/>
              <a:ea typeface="Helvetica World Bold"/>
              <a:cs typeface="Helvetica World Bold"/>
              <a:sym typeface="Helvetica World Bold"/>
            </a:rPr>
            <a:t>Registration Page</a:t>
          </a:r>
          <a:endParaRPr lang="en-US" sz="2400" b="0" kern="1200" dirty="0">
            <a:solidFill>
              <a:schemeClr val="bg1"/>
            </a:solidFill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Login Page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Home Page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Search &amp; Filter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Contact Page 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Donation Page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Shopping Cart</a:t>
          </a:r>
          <a:endParaRPr lang="en-US" sz="2400" kern="1200" dirty="0">
            <a:latin typeface="Berlin Sans FB" pitchFamily="34" charset="0"/>
          </a:endParaRPr>
        </a:p>
      </dsp:txBody>
      <dsp:txXfrm>
        <a:off x="6400773" y="1311371"/>
        <a:ext cx="9209091" cy="2712144"/>
      </dsp:txXfrm>
    </dsp:sp>
    <dsp:sp modelId="{225EC114-EEDE-46E5-A745-D27035EF7ECA}">
      <dsp:nvSpPr>
        <dsp:cNvPr id="0" name=""/>
        <dsp:cNvSpPr/>
      </dsp:nvSpPr>
      <dsp:spPr>
        <a:xfrm>
          <a:off x="228591" y="4174963"/>
          <a:ext cx="4861255" cy="1327218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76" tIns="121920" rIns="341376" bIns="121920" numCol="1" spcCol="1270" anchor="ctr" anchorCtr="0">
          <a:noAutofit/>
        </a:bodyPr>
        <a:lstStyle/>
        <a:p>
          <a:pPr lvl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b="1" kern="1200" dirty="0"/>
            <a:t>Non-Functional</a:t>
          </a:r>
        </a:p>
      </dsp:txBody>
      <dsp:txXfrm>
        <a:off x="228591" y="4174963"/>
        <a:ext cx="4861255" cy="1327218"/>
      </dsp:txXfrm>
    </dsp:sp>
    <dsp:sp modelId="{2181E6BC-9EA0-4CE8-B34E-1AAB6F66121D}">
      <dsp:nvSpPr>
        <dsp:cNvPr id="0" name=""/>
        <dsp:cNvSpPr/>
      </dsp:nvSpPr>
      <dsp:spPr>
        <a:xfrm>
          <a:off x="5253948" y="4194114"/>
          <a:ext cx="781050" cy="1327218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BF7E4A-9D53-446C-9932-587B881627EE}">
      <dsp:nvSpPr>
        <dsp:cNvPr id="0" name=""/>
        <dsp:cNvSpPr/>
      </dsp:nvSpPr>
      <dsp:spPr>
        <a:xfrm>
          <a:off x="6367819" y="4196829"/>
          <a:ext cx="9209091" cy="1238573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Performance 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Security &amp; Privacy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Usability &amp; Accessibility </a:t>
          </a:r>
          <a:endParaRPr lang="en-US" sz="2400" kern="1200" dirty="0">
            <a:latin typeface="Berlin Sans FB" pitchFamily="34" charset="0"/>
          </a:endParaRPr>
        </a:p>
      </dsp:txBody>
      <dsp:txXfrm>
        <a:off x="6367819" y="4196829"/>
        <a:ext cx="9209091" cy="1238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1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19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2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2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316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6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66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6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6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7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70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66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71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8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6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6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5.png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QuickStyle" Target="../diagrams/quickStyle2.xml"/><Relationship Id="rId5" Type="http://schemas.openxmlformats.org/officeDocument/2006/relationships/image" Target="../media/image6.png"/><Relationship Id="rId10" Type="http://schemas.openxmlformats.org/officeDocument/2006/relationships/diagramLayout" Target="../diagrams/layout2.xml"/><Relationship Id="rId4" Type="http://schemas.openxmlformats.org/officeDocument/2006/relationships/image" Target="../media/image5.png"/><Relationship Id="rId9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Colors" Target="../diagrams/colors3.xml"/><Relationship Id="rId5" Type="http://schemas.openxmlformats.org/officeDocument/2006/relationships/image" Target="../media/image6.png"/><Relationship Id="rId10" Type="http://schemas.openxmlformats.org/officeDocument/2006/relationships/diagramQuickStyle" Target="../diagrams/quickStyle3.xml"/><Relationship Id="rId4" Type="http://schemas.openxmlformats.org/officeDocument/2006/relationships/image" Target="../media/image5.png"/><Relationship Id="rId9" Type="http://schemas.openxmlformats.org/officeDocument/2006/relationships/diagramLayout" Target="../diagrams/layout3.xml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diagramColors" Target="../diagrams/colors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QuickStyle" Target="../diagrams/quickStyle4.xml"/><Relationship Id="rId5" Type="http://schemas.openxmlformats.org/officeDocument/2006/relationships/image" Target="../media/image6.png"/><Relationship Id="rId10" Type="http://schemas.openxmlformats.org/officeDocument/2006/relationships/diagramLayout" Target="../diagrams/layout4.xml"/><Relationship Id="rId4" Type="http://schemas.openxmlformats.org/officeDocument/2006/relationships/image" Target="../media/image5.png"/><Relationship Id="rId9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0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14" Type="http://schemas.openxmlformats.org/officeDocument/2006/relationships/image" Target="../media/image6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7" Type="http://schemas.openxmlformats.org/officeDocument/2006/relationships/image" Target="../media/image3.png"/><Relationship Id="rId2" Type="http://schemas.openxmlformats.org/officeDocument/2006/relationships/image" Target="../media/image24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.png"/><Relationship Id="rId15" Type="http://schemas.openxmlformats.org/officeDocument/2006/relationships/image" Target="../media/image8.png"/><Relationship Id="rId10" Type="http://schemas.openxmlformats.org/officeDocument/2006/relationships/image" Target="../media/image89.svg"/><Relationship Id="rId1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6.jfif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Freeform 2"/>
          <p:cNvSpPr/>
          <p:nvPr/>
        </p:nvSpPr>
        <p:spPr>
          <a:xfrm>
            <a:off x="0" y="127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5688570">
                <a:moveTo>
                  <a:pt x="0" y="0"/>
                </a:moveTo>
                <a:lnTo>
                  <a:pt x="18288000" y="0"/>
                </a:lnTo>
                <a:lnTo>
                  <a:pt x="18288000" y="15688570"/>
                </a:lnTo>
                <a:lnTo>
                  <a:pt x="0" y="1568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056" b="-126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585" name="Freeform 3"/>
          <p:cNvSpPr/>
          <p:nvPr/>
        </p:nvSpPr>
        <p:spPr>
          <a:xfrm rot="10800000" flipV="1">
            <a:off x="0" y="5372100"/>
            <a:ext cx="18288000" cy="5486400"/>
          </a:xfrm>
          <a:custGeom>
            <a:avLst/>
            <a:gdLst/>
            <a:ahLst/>
            <a:cxnLst/>
            <a:rect l="l" t="t" r="r" b="b"/>
            <a:pathLst>
              <a:path w="8813648" h="1197064">
                <a:moveTo>
                  <a:pt x="0" y="1197065"/>
                </a:moveTo>
                <a:lnTo>
                  <a:pt x="8813648" y="1197065"/>
                </a:lnTo>
                <a:lnTo>
                  <a:pt x="8813648" y="0"/>
                </a:lnTo>
                <a:lnTo>
                  <a:pt x="0" y="0"/>
                </a:lnTo>
                <a:lnTo>
                  <a:pt x="0" y="1197065"/>
                </a:lnTo>
                <a:close/>
              </a:path>
            </a:pathLst>
          </a:custGeom>
          <a:blipFill>
            <a:blip r:embed="rId3">
              <a:alphaModFix amt="78000"/>
            </a:blip>
            <a:stretch>
              <a:fillRect l="-54323" t="-62478" r="-52086" b="-1286972"/>
            </a:stretch>
          </a:blipFill>
        </p:spPr>
        <p:txBody>
          <a:bodyPr numCol="2"/>
          <a:lstStyle/>
          <a:p>
            <a:pPr algn="ctr"/>
            <a:endParaRPr lang="en-US" sz="3600" b="1" dirty="0"/>
          </a:p>
        </p:txBody>
      </p:sp>
      <p:sp>
        <p:nvSpPr>
          <p:cNvPr id="1048586" name="Freeform 4"/>
          <p:cNvSpPr/>
          <p:nvPr/>
        </p:nvSpPr>
        <p:spPr>
          <a:xfrm rot="-10800000" flipV="1">
            <a:off x="1447800" y="3009900"/>
            <a:ext cx="15925800" cy="1265053"/>
          </a:xfrm>
          <a:custGeom>
            <a:avLst/>
            <a:gdLst/>
            <a:ahLst/>
            <a:cxnLst/>
            <a:rect l="l" t="t" r="r" b="b"/>
            <a:pathLst>
              <a:path w="8813648" h="1265053">
                <a:moveTo>
                  <a:pt x="0" y="1265052"/>
                </a:moveTo>
                <a:lnTo>
                  <a:pt x="8813648" y="1265052"/>
                </a:lnTo>
                <a:lnTo>
                  <a:pt x="8813648" y="0"/>
                </a:lnTo>
                <a:lnTo>
                  <a:pt x="0" y="0"/>
                </a:lnTo>
                <a:lnTo>
                  <a:pt x="0" y="1265052"/>
                </a:lnTo>
                <a:close/>
              </a:path>
            </a:pathLst>
          </a:custGeom>
          <a:blipFill>
            <a:blip r:embed="rId3">
              <a:alphaModFix amt="78000"/>
            </a:blip>
            <a:stretch>
              <a:fillRect l="-53088" t="-47568" r="-54650" b="-1232815"/>
            </a:stretch>
          </a:blipFill>
        </p:spPr>
        <p:txBody>
          <a:bodyPr/>
          <a:lstStyle/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ClothBridge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TextBox 4"/>
          <p:cNvSpPr txBox="1"/>
          <p:nvPr/>
        </p:nvSpPr>
        <p:spPr>
          <a:xfrm>
            <a:off x="381000" y="5829300"/>
            <a:ext cx="17526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Team </a:t>
            </a:r>
            <a:r>
              <a:rPr lang="en-US" sz="5400" b="1" dirty="0" smtClean="0"/>
              <a:t>Code : 301 220		</a:t>
            </a:r>
            <a:endParaRPr lang="en-US" sz="5400" b="1" dirty="0"/>
          </a:p>
          <a:p>
            <a:pPr algn="ctr"/>
            <a:r>
              <a:rPr lang="en-US" sz="5400" b="1" dirty="0"/>
              <a:t>1- </a:t>
            </a:r>
            <a:r>
              <a:rPr lang="en-US" sz="5400" b="1" dirty="0" smtClean="0"/>
              <a:t>Ahmed Abo El-Hassan    		2-Mohamed Karam	 </a:t>
            </a:r>
            <a:endParaRPr lang="en-US" sz="5400" b="1" dirty="0"/>
          </a:p>
          <a:p>
            <a:pPr algn="ctr"/>
            <a:r>
              <a:rPr lang="en-US" sz="5400" b="1" dirty="0"/>
              <a:t>3- </a:t>
            </a:r>
            <a:r>
              <a:rPr lang="en-US" sz="5400" b="1" dirty="0" smtClean="0"/>
              <a:t>Alaa Yasser 				4- Roaya Mohamed</a:t>
            </a:r>
            <a:endParaRPr lang="en-US" sz="5400" b="1" dirty="0"/>
          </a:p>
          <a:p>
            <a:pPr algn="ctr"/>
            <a:r>
              <a:rPr lang="en-US" sz="5400" b="1" dirty="0"/>
              <a:t>5- </a:t>
            </a:r>
            <a:r>
              <a:rPr lang="en-US" sz="5400" b="1" dirty="0" smtClean="0"/>
              <a:t>Malak Hany</a:t>
            </a:r>
            <a:endParaRPr lang="en-US" sz="5400" b="1" dirty="0"/>
          </a:p>
          <a:p>
            <a:endParaRPr lang="en-US" sz="54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48588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589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590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591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592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593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7"/>
          <p:cNvGrpSpPr/>
          <p:nvPr/>
        </p:nvGrpSpPr>
        <p:grpSpPr>
          <a:xfrm>
            <a:off x="381000" y="4100"/>
            <a:ext cx="17907000" cy="872505"/>
            <a:chOff x="3505284" y="9410395"/>
            <a:chExt cx="10817139" cy="919690"/>
          </a:xfrm>
        </p:grpSpPr>
        <p:grpSp>
          <p:nvGrpSpPr>
            <p:cNvPr id="27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594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595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596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2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048597" name="TextBox 1"/>
          <p:cNvSpPr txBox="1"/>
          <p:nvPr/>
        </p:nvSpPr>
        <p:spPr>
          <a:xfrm>
            <a:off x="215900" y="1242491"/>
            <a:ext cx="8991600" cy="106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Agenda</a:t>
            </a:r>
          </a:p>
        </p:txBody>
      </p:sp>
      <p:graphicFrame>
        <p:nvGraphicFramePr>
          <p:cNvPr id="4194304" name="Diagram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2863295"/>
              </p:ext>
            </p:extLst>
          </p:nvPr>
        </p:nvGraphicFramePr>
        <p:xfrm>
          <a:off x="228600" y="2324099"/>
          <a:ext cx="16306800" cy="6224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19430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48598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599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600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01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602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603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2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604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05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06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3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048607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54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itchFamily="34" charset="0"/>
                <a:sym typeface="Arial"/>
              </a:rPr>
              <a:t>Problem </a:t>
            </a:r>
            <a:endParaRPr lang="en-US" sz="54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itchFamily="34" charset="0"/>
              <a:sym typeface="Arial"/>
            </a:endParaRPr>
          </a:p>
        </p:txBody>
      </p:sp>
      <p:graphicFrame>
        <p:nvGraphicFramePr>
          <p:cNvPr id="4194305" name="Diagram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0896003"/>
              </p:ext>
            </p:extLst>
          </p:nvPr>
        </p:nvGraphicFramePr>
        <p:xfrm>
          <a:off x="381000" y="2476500"/>
          <a:ext cx="14706600" cy="6284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" name="مربع نص 1"/>
          <p:cNvSpPr txBox="1"/>
          <p:nvPr/>
        </p:nvSpPr>
        <p:spPr>
          <a:xfrm>
            <a:off x="1066800" y="3314700"/>
            <a:ext cx="6324600" cy="184665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/>
            <a:r>
              <a:rPr lang="en-US" sz="32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 large number of low or limited-income groups are unable to buy clothes due to high prices.</a:t>
            </a:r>
            <a:endParaRPr lang="en-US" sz="3200" dirty="0">
              <a:solidFill>
                <a:schemeClr val="bg1"/>
              </a:solidFill>
            </a:endParaRPr>
          </a:p>
          <a:p>
            <a:endParaRPr lang="ar-EG" dirty="0"/>
          </a:p>
        </p:txBody>
      </p:sp>
      <p:sp>
        <p:nvSpPr>
          <p:cNvPr id="3" name="مربع نص 2"/>
          <p:cNvSpPr txBox="1"/>
          <p:nvPr/>
        </p:nvSpPr>
        <p:spPr>
          <a:xfrm>
            <a:off x="8077200" y="3619500"/>
            <a:ext cx="6477000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Low-income </a:t>
            </a:r>
            <a:r>
              <a:rPr lang="en-US" sz="2800" dirty="0" smtClean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individuals.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Clothing </a:t>
            </a:r>
            <a:r>
              <a:rPr lang="en-US" sz="2800" dirty="0" smtClean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donors.</a:t>
            </a:r>
            <a:endParaRPr lang="en-US" sz="2800" dirty="0">
              <a:solidFill>
                <a:schemeClr val="bg1"/>
              </a:solidFill>
              <a:latin typeface="Ara Hamah Homs"/>
              <a:ea typeface="Ara Hamah Homs"/>
              <a:cs typeface="Ara Hamah Homs"/>
              <a:sym typeface="Ara Hamah Homs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Charity </a:t>
            </a:r>
            <a:r>
              <a:rPr lang="en-US" sz="2800" dirty="0" smtClean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Organizations.</a:t>
            </a:r>
            <a:endParaRPr lang="en-US" sz="2600" dirty="0">
              <a:solidFill>
                <a:schemeClr val="bg1"/>
              </a:solidFill>
              <a:latin typeface="Ara Hamah Homs"/>
              <a:ea typeface="Ara Hamah Homs"/>
              <a:cs typeface="Ara Hamah Homs"/>
              <a:sym typeface="Ara Hamah Homs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4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4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9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19430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48608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09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610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11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612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613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7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614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15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16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4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graphicFrame>
        <p:nvGraphicFramePr>
          <p:cNvPr id="4194306" name="Diagram 20"/>
          <p:cNvGraphicFramePr>
            <a:graphicFrameLocks/>
          </p:cNvGraphicFramePr>
          <p:nvPr/>
        </p:nvGraphicFramePr>
        <p:xfrm>
          <a:off x="406400" y="2834964"/>
          <a:ext cx="17068799" cy="6101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048617" name="Freeform 7"/>
          <p:cNvSpPr/>
          <p:nvPr/>
        </p:nvSpPr>
        <p:spPr>
          <a:xfrm>
            <a:off x="21811" y="1297433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5195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Empathy map</a:t>
            </a:r>
            <a:endParaRPr lang="en-US" sz="1347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2097155" name="Picture 22"/>
          <p:cNvPicPr>
            <a:picLocks noChangeAspect="1"/>
          </p:cNvPicPr>
          <p:nvPr/>
        </p:nvPicPr>
        <p:blipFill rotWithShape="1">
          <a:blip r:embed="rId14"/>
          <a:srcRect l="730" t="1036" r="3334" b="9221"/>
          <a:stretch>
            <a:fillRect/>
          </a:stretch>
        </p:blipFill>
        <p:spPr>
          <a:xfrm>
            <a:off x="2102973" y="2042173"/>
            <a:ext cx="14106416" cy="68040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48619" name="TextBox 23"/>
          <p:cNvSpPr txBox="1"/>
          <p:nvPr/>
        </p:nvSpPr>
        <p:spPr>
          <a:xfrm>
            <a:off x="2963258" y="5676899"/>
            <a:ext cx="3938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1.Complaints about high prices.</a:t>
            </a:r>
            <a:endParaRPr lang="en-US" dirty="0"/>
          </a:p>
          <a:p>
            <a:r>
              <a:rPr lang="en-US" dirty="0" smtClean="0"/>
              <a:t>2.Advice about donation places.</a:t>
            </a:r>
            <a:endParaRPr lang="en-US" dirty="0"/>
          </a:p>
          <a:p>
            <a:r>
              <a:rPr lang="en-US" dirty="0" smtClean="0"/>
              <a:t>3.Experiences of people who faced the same problem.</a:t>
            </a:r>
            <a:endParaRPr lang="en-US" dirty="0"/>
          </a:p>
        </p:txBody>
      </p:sp>
      <p:sp>
        <p:nvSpPr>
          <p:cNvPr id="1048620" name="TextBox 24"/>
          <p:cNvSpPr txBox="1"/>
          <p:nvPr/>
        </p:nvSpPr>
        <p:spPr>
          <a:xfrm>
            <a:off x="7166012" y="4229100"/>
            <a:ext cx="4873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1.Concerned about rising clothing prices.</a:t>
            </a:r>
            <a:endParaRPr lang="en-US" dirty="0"/>
          </a:p>
          <a:p>
            <a:r>
              <a:rPr lang="en-US" dirty="0" smtClean="0"/>
              <a:t>2.Looking for an any easy and secure way.</a:t>
            </a:r>
            <a:endParaRPr lang="en-US" dirty="0"/>
          </a:p>
          <a:p>
            <a:r>
              <a:rPr lang="en-US" dirty="0" smtClean="0"/>
              <a:t>3.Wants to support his family on a limited budget.</a:t>
            </a:r>
            <a:endParaRPr lang="en-US" dirty="0"/>
          </a:p>
        </p:txBody>
      </p:sp>
      <p:sp>
        <p:nvSpPr>
          <p:cNvPr id="1048621" name="TextBox 25"/>
          <p:cNvSpPr txBox="1"/>
          <p:nvPr/>
        </p:nvSpPr>
        <p:spPr>
          <a:xfrm>
            <a:off x="12039599" y="5676900"/>
            <a:ext cx="426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1.High prices in the market.</a:t>
            </a:r>
            <a:endParaRPr lang="en-US" dirty="0"/>
          </a:p>
          <a:p>
            <a:r>
              <a:rPr lang="en-US" dirty="0" smtClean="0"/>
              <a:t>2.Websites not designed for his situation.</a:t>
            </a:r>
            <a:endParaRPr lang="en-US" dirty="0"/>
          </a:p>
          <a:p>
            <a:r>
              <a:rPr lang="en-US" dirty="0" smtClean="0"/>
              <a:t>3.Difficlty reaching charitable organizations.</a:t>
            </a:r>
            <a:endParaRPr lang="en-US" dirty="0"/>
          </a:p>
        </p:txBody>
      </p:sp>
      <p:sp>
        <p:nvSpPr>
          <p:cNvPr id="1048622" name="TextBox 26"/>
          <p:cNvSpPr txBox="1"/>
          <p:nvPr/>
        </p:nvSpPr>
        <p:spPr>
          <a:xfrm>
            <a:off x="7273750" y="7014673"/>
            <a:ext cx="4384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1.Search for lower prices.</a:t>
            </a:r>
            <a:endParaRPr lang="en-US" dirty="0"/>
          </a:p>
          <a:p>
            <a:r>
              <a:rPr lang="en-US" dirty="0" smtClean="0"/>
              <a:t>2.Compares prices before purchasing.</a:t>
            </a:r>
            <a:endParaRPr lang="en-US" dirty="0"/>
          </a:p>
          <a:p>
            <a:r>
              <a:rPr lang="en-US" dirty="0" smtClean="0"/>
              <a:t>3.Use mobile phone for browsing</a:t>
            </a:r>
            <a:endParaRPr lang="en-US" dirty="0"/>
          </a:p>
        </p:txBody>
      </p:sp>
      <p:sp>
        <p:nvSpPr>
          <p:cNvPr id="1048623" name="TextBox 27"/>
          <p:cNvSpPr txBox="1"/>
          <p:nvPr/>
        </p:nvSpPr>
        <p:spPr>
          <a:xfrm>
            <a:off x="4343400" y="8284695"/>
            <a:ext cx="3805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1.Limited budget.</a:t>
            </a:r>
            <a:endParaRPr lang="en-US" dirty="0"/>
          </a:p>
          <a:p>
            <a:r>
              <a:rPr lang="en-US" dirty="0" smtClean="0"/>
              <a:t>2.Difficulty accessing a trusted source.</a:t>
            </a:r>
            <a:endParaRPr lang="en-US" dirty="0"/>
          </a:p>
          <a:p>
            <a:r>
              <a:rPr lang="en-US" dirty="0" smtClean="0"/>
              <a:t>3.Fear of exploitation or  insecurity.</a:t>
            </a:r>
            <a:endParaRPr lang="en-US" dirty="0"/>
          </a:p>
        </p:txBody>
      </p:sp>
      <p:sp>
        <p:nvSpPr>
          <p:cNvPr id="1048624" name="TextBox 28"/>
          <p:cNvSpPr txBox="1"/>
          <p:nvPr/>
        </p:nvSpPr>
        <p:spPr>
          <a:xfrm>
            <a:off x="10088014" y="8284695"/>
            <a:ext cx="4770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1.Good-quality clothes at an affordable prices.</a:t>
            </a:r>
            <a:endParaRPr lang="en-US" dirty="0"/>
          </a:p>
          <a:p>
            <a:r>
              <a:rPr lang="en-US" dirty="0" smtClean="0"/>
              <a:t>2.A trusted and easy platform.</a:t>
            </a:r>
            <a:endParaRPr lang="en-US" dirty="0"/>
          </a:p>
          <a:p>
            <a:r>
              <a:rPr lang="en-US" dirty="0" smtClean="0"/>
              <a:t>3.Easy access through mobile devices.</a:t>
            </a:r>
            <a:endParaRPr 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48625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26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627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28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629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630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1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42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631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32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33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6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048634" name="Freeform 7"/>
          <p:cNvSpPr/>
          <p:nvPr/>
        </p:nvSpPr>
        <p:spPr>
          <a:xfrm>
            <a:off x="30286" y="1319431"/>
            <a:ext cx="10625497" cy="1148117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40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Prior Solution</a:t>
            </a:r>
          </a:p>
        </p:txBody>
      </p:sp>
      <p:sp>
        <p:nvSpPr>
          <p:cNvPr id="2" name="مربع نص 1"/>
          <p:cNvSpPr txBox="1"/>
          <p:nvPr/>
        </p:nvSpPr>
        <p:spPr>
          <a:xfrm>
            <a:off x="685800" y="2467548"/>
            <a:ext cx="1656289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/>
              <a:t>1.People used to buy clothes from traditional stores at normal or high prices.</a:t>
            </a:r>
            <a:endParaRPr lang="ar-EG" sz="4000" b="1" dirty="0"/>
          </a:p>
        </p:txBody>
      </p:sp>
      <p:sp>
        <p:nvSpPr>
          <p:cNvPr id="3" name="مربع نص 2"/>
          <p:cNvSpPr txBox="1"/>
          <p:nvPr/>
        </p:nvSpPr>
        <p:spPr>
          <a:xfrm>
            <a:off x="709863" y="3467097"/>
            <a:ext cx="1413719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/>
              <a:t>2.There are some clothing donation websites, but they</a:t>
            </a:r>
            <a:r>
              <a:rPr lang="en-US" sz="4000" b="1" dirty="0" smtClean="0"/>
              <a:t>: </a:t>
            </a:r>
            <a:endParaRPr lang="ar-EG" sz="4000" b="1" dirty="0"/>
          </a:p>
        </p:txBody>
      </p:sp>
      <p:sp>
        <p:nvSpPr>
          <p:cNvPr id="5" name="مربع نص 4"/>
          <p:cNvSpPr txBox="1"/>
          <p:nvPr/>
        </p:nvSpPr>
        <p:spPr>
          <a:xfrm>
            <a:off x="1005310" y="4174983"/>
            <a:ext cx="11963400" cy="161582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300" dirty="0"/>
              <a:t>Focus only on donations without an organized purchasing system.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300" dirty="0"/>
              <a:t>Are not specifically designed for low-income users.</a:t>
            </a:r>
          </a:p>
        </p:txBody>
      </p:sp>
      <p:sp>
        <p:nvSpPr>
          <p:cNvPr id="6" name="مربع نص 5"/>
          <p:cNvSpPr txBox="1"/>
          <p:nvPr/>
        </p:nvSpPr>
        <p:spPr>
          <a:xfrm>
            <a:off x="709863" y="5933832"/>
            <a:ext cx="11634537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/>
              <a:t>3.Some platforms serve only one group, such as:</a:t>
            </a:r>
            <a:endParaRPr lang="ar-EG" sz="4000" b="1" dirty="0"/>
          </a:p>
        </p:txBody>
      </p:sp>
      <p:sp>
        <p:nvSpPr>
          <p:cNvPr id="7" name="مربع نص 6"/>
          <p:cNvSpPr txBox="1"/>
          <p:nvPr/>
        </p:nvSpPr>
        <p:spPr>
          <a:xfrm>
            <a:off x="1005310" y="6662303"/>
            <a:ext cx="12405889" cy="25160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500" dirty="0"/>
              <a:t>Websites dedicated only to charities.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500" dirty="0"/>
              <a:t>Websites designed only for donors.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500" dirty="0"/>
              <a:t>Websites that sell clothes only to the targeted beneficiaries</a:t>
            </a:r>
            <a:r>
              <a:rPr lang="en-US" sz="3500" dirty="0" smtClean="0"/>
              <a:t>.</a:t>
            </a:r>
            <a:endParaRPr lang="en-US" sz="35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3"/>
          <p:cNvGrpSpPr/>
          <p:nvPr/>
        </p:nvGrpSpPr>
        <p:grpSpPr>
          <a:xfrm>
            <a:off x="30287" y="923790"/>
            <a:ext cx="18381538" cy="304190"/>
            <a:chOff x="0" y="0"/>
            <a:chExt cx="24508717" cy="405587"/>
          </a:xfrm>
        </p:grpSpPr>
        <p:sp>
          <p:nvSpPr>
            <p:cNvPr id="1048635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36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637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38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639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640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6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47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641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42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43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7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048644" name="Freeform 7"/>
          <p:cNvSpPr/>
          <p:nvPr/>
        </p:nvSpPr>
        <p:spPr>
          <a:xfrm>
            <a:off x="-9021" y="1263179"/>
            <a:ext cx="10655784" cy="1365721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5195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Design Requirements </a:t>
            </a:r>
            <a:endParaRPr lang="en-US" sz="1347" b="1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aphicFrame>
        <p:nvGraphicFramePr>
          <p:cNvPr id="4194307" name="Diagram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4803027"/>
              </p:ext>
            </p:extLst>
          </p:nvPr>
        </p:nvGraphicFramePr>
        <p:xfrm>
          <a:off x="152400" y="2476500"/>
          <a:ext cx="15621000" cy="673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48645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46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647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48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649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650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1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52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651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52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53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8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048654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5195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en-US" sz="60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SDG</a:t>
            </a:r>
            <a:endParaRPr lang="en-US" sz="60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مربع نص 1"/>
          <p:cNvSpPr txBox="1"/>
          <p:nvPr/>
        </p:nvSpPr>
        <p:spPr>
          <a:xfrm>
            <a:off x="762000" y="3009900"/>
            <a:ext cx="6705600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200" b="1" dirty="0"/>
              <a:t>SDG 1 : No poverty :- </a:t>
            </a:r>
            <a:endParaRPr lang="ar-EG" sz="4200" dirty="0"/>
          </a:p>
        </p:txBody>
      </p:sp>
      <p:sp>
        <p:nvSpPr>
          <p:cNvPr id="3" name="مربع نص 2"/>
          <p:cNvSpPr txBox="1"/>
          <p:nvPr/>
        </p:nvSpPr>
        <p:spPr>
          <a:xfrm>
            <a:off x="1066800" y="4000500"/>
            <a:ext cx="9595387" cy="31700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dirty="0"/>
              <a:t>Its goal is to reduce poverty by providing clothes to people with low or limited income. This helps create equality and kindness between different social groups in the community.</a:t>
            </a:r>
            <a:endParaRPr lang="ar-EG" sz="40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1" name="Group 5"/>
          <p:cNvGrpSpPr/>
          <p:nvPr/>
        </p:nvGrpSpPr>
        <p:grpSpPr>
          <a:xfrm>
            <a:off x="11785587" y="2693211"/>
            <a:ext cx="5283136" cy="5160455"/>
            <a:chOff x="0" y="0"/>
            <a:chExt cx="7044182" cy="6880606"/>
          </a:xfrm>
        </p:grpSpPr>
        <p:sp>
          <p:nvSpPr>
            <p:cNvPr id="22" name="Freeform 6"/>
            <p:cNvSpPr/>
            <p:nvPr/>
          </p:nvSpPr>
          <p:spPr>
            <a:xfrm>
              <a:off x="0" y="0"/>
              <a:ext cx="7044182" cy="6880606"/>
            </a:xfrm>
            <a:custGeom>
              <a:avLst/>
              <a:gdLst/>
              <a:ahLst/>
              <a:cxnLst/>
              <a:rect l="l" t="t" r="r" b="b"/>
              <a:pathLst>
                <a:path w="7044182" h="6880606">
                  <a:moveTo>
                    <a:pt x="495300" y="0"/>
                  </a:moveTo>
                  <a:lnTo>
                    <a:pt x="6548882" y="0"/>
                  </a:lnTo>
                  <a:cubicBezTo>
                    <a:pt x="6822429" y="0"/>
                    <a:pt x="7044182" y="221753"/>
                    <a:pt x="7044182" y="495300"/>
                  </a:cubicBezTo>
                  <a:lnTo>
                    <a:pt x="7044182" y="6385306"/>
                  </a:lnTo>
                  <a:cubicBezTo>
                    <a:pt x="7044182" y="6516668"/>
                    <a:pt x="6991999" y="6642650"/>
                    <a:pt x="6899111" y="6735536"/>
                  </a:cubicBezTo>
                  <a:cubicBezTo>
                    <a:pt x="6806225" y="6828424"/>
                    <a:pt x="6680243" y="6880606"/>
                    <a:pt x="6548882" y="6880606"/>
                  </a:cubicBezTo>
                  <a:lnTo>
                    <a:pt x="495300" y="6880606"/>
                  </a:lnTo>
                  <a:cubicBezTo>
                    <a:pt x="221753" y="6880606"/>
                    <a:pt x="0" y="6658853"/>
                    <a:pt x="0" y="6385306"/>
                  </a:cubicBezTo>
                  <a:lnTo>
                    <a:pt x="0" y="495300"/>
                  </a:lnTo>
                  <a:cubicBezTo>
                    <a:pt x="0" y="221753"/>
                    <a:pt x="221753" y="0"/>
                    <a:pt x="495300" y="0"/>
                  </a:cubicBezTo>
                  <a:close/>
                </a:path>
              </a:pathLst>
            </a:custGeom>
            <a:blipFill>
              <a:blip r:embed="rId9"/>
              <a:stretch>
                <a:fillRect t="-1187" b="-1188"/>
              </a:stretch>
            </a:blipFill>
            <a:ln>
              <a:noFill/>
            </a:ln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5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4" name="Picture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8" name="Freeform 20"/>
          <p:cNvSpPr/>
          <p:nvPr/>
        </p:nvSpPr>
        <p:spPr>
          <a:xfrm rot="-5400000">
            <a:off x="-632799" y="-619487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r>
              <a:rPr lang="en-US" sz="4400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en-US" sz="4400" b="1" dirty="0">
                <a:solidFill>
                  <a:srgbClr val="02284D"/>
                </a:solidFill>
                <a:latin typeface="Garet Bold"/>
                <a:ea typeface="Garet Bold"/>
                <a:cs typeface="Garet Bold"/>
                <a:sym typeface="Garet Bold"/>
              </a:rPr>
              <a:t>Functional Requirements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32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13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4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مستطيل 16"/>
          <p:cNvSpPr/>
          <p:nvPr/>
        </p:nvSpPr>
        <p:spPr>
          <a:xfrm>
            <a:off x="381000" y="4533900"/>
            <a:ext cx="10403399" cy="3762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3600" b="1" dirty="0" smtClean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</a:rPr>
              <a:t>The </a:t>
            </a:r>
            <a:r>
              <a:rPr lang="en-US" sz="3600" b="1" dirty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</a:rPr>
              <a:t>user can create account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enters </a:t>
            </a:r>
            <a:r>
              <a:rPr lang="en-US" sz="3399" dirty="0" smtClean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name , email </a:t>
            </a: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and password.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system verifies the information.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account is </a:t>
            </a:r>
            <a:r>
              <a:rPr lang="en-US" sz="3399" dirty="0" smtClean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successfully created.</a:t>
            </a:r>
            <a:endParaRPr lang="ar-EG" dirty="0"/>
          </a:p>
        </p:txBody>
      </p:sp>
      <p:sp>
        <p:nvSpPr>
          <p:cNvPr id="18" name="مربع نص 17"/>
          <p:cNvSpPr txBox="1"/>
          <p:nvPr/>
        </p:nvSpPr>
        <p:spPr>
          <a:xfrm>
            <a:off x="381000" y="3390900"/>
            <a:ext cx="9558894" cy="10464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>
                <a:solidFill>
                  <a:srgbClr val="003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et Bold" charset="0"/>
                <a:ea typeface="Helvetica World Bold"/>
                <a:cs typeface="Helvetica World Bold"/>
                <a:sym typeface="Helvetica World Bold"/>
              </a:rPr>
              <a:t>Registration Page:-</a:t>
            </a:r>
          </a:p>
          <a:p>
            <a:endParaRPr lang="ar-EG" dirty="0"/>
          </a:p>
        </p:txBody>
      </p:sp>
      <p:grpSp>
        <p:nvGrpSpPr>
          <p:cNvPr id="19" name="Group 7"/>
          <p:cNvGrpSpPr/>
          <p:nvPr/>
        </p:nvGrpSpPr>
        <p:grpSpPr>
          <a:xfrm>
            <a:off x="10847814" y="1994143"/>
            <a:ext cx="5807995" cy="6870824"/>
            <a:chOff x="0" y="0"/>
            <a:chExt cx="7448994" cy="8889340"/>
          </a:xfrm>
        </p:grpSpPr>
        <p:sp>
          <p:nvSpPr>
            <p:cNvPr id="20" name="Freeform 8"/>
            <p:cNvSpPr/>
            <p:nvPr/>
          </p:nvSpPr>
          <p:spPr>
            <a:xfrm>
              <a:off x="0" y="0"/>
              <a:ext cx="7448931" cy="8889365"/>
            </a:xfrm>
            <a:custGeom>
              <a:avLst/>
              <a:gdLst/>
              <a:ahLst/>
              <a:cxnLst/>
              <a:rect l="l" t="t" r="r" b="b"/>
              <a:pathLst>
                <a:path w="7448931" h="8889365">
                  <a:moveTo>
                    <a:pt x="349731" y="0"/>
                  </a:moveTo>
                  <a:lnTo>
                    <a:pt x="7099201" y="0"/>
                  </a:lnTo>
                  <a:cubicBezTo>
                    <a:pt x="7191955" y="0"/>
                    <a:pt x="7280911" y="36847"/>
                    <a:pt x="7346497" y="102434"/>
                  </a:cubicBezTo>
                  <a:cubicBezTo>
                    <a:pt x="7412085" y="168021"/>
                    <a:pt x="7448931" y="256976"/>
                    <a:pt x="7448931" y="349731"/>
                  </a:cubicBezTo>
                  <a:lnTo>
                    <a:pt x="7448931" y="8539635"/>
                  </a:lnTo>
                  <a:cubicBezTo>
                    <a:pt x="7448931" y="8632389"/>
                    <a:pt x="7412085" y="8721344"/>
                    <a:pt x="7346497" y="8786931"/>
                  </a:cubicBezTo>
                  <a:cubicBezTo>
                    <a:pt x="7280911" y="8852519"/>
                    <a:pt x="7191955" y="8889365"/>
                    <a:pt x="7099201" y="8889365"/>
                  </a:cubicBezTo>
                  <a:lnTo>
                    <a:pt x="349731" y="8889365"/>
                  </a:lnTo>
                  <a:cubicBezTo>
                    <a:pt x="256976" y="8889365"/>
                    <a:pt x="168021" y="8852519"/>
                    <a:pt x="102434" y="8786931"/>
                  </a:cubicBezTo>
                  <a:cubicBezTo>
                    <a:pt x="36847" y="8721344"/>
                    <a:pt x="0" y="8632389"/>
                    <a:pt x="0" y="8539635"/>
                  </a:cubicBezTo>
                  <a:lnTo>
                    <a:pt x="0" y="349731"/>
                  </a:lnTo>
                  <a:cubicBezTo>
                    <a:pt x="0" y="256976"/>
                    <a:pt x="36847" y="168021"/>
                    <a:pt x="102434" y="102434"/>
                  </a:cubicBezTo>
                  <a:cubicBezTo>
                    <a:pt x="168021" y="36847"/>
                    <a:pt x="256976" y="0"/>
                    <a:pt x="349731" y="0"/>
                  </a:cubicBezTo>
                  <a:close/>
                </a:path>
              </a:pathLst>
            </a:custGeom>
            <a:blipFill>
              <a:blip r:embed="rId9"/>
              <a:stretch>
                <a:fillRect l="-49944" r="-49945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802822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5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4" name="Picture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8" name="Freeform 20"/>
          <p:cNvSpPr/>
          <p:nvPr/>
        </p:nvSpPr>
        <p:spPr>
          <a:xfrm rot="-5400000">
            <a:off x="-632799" y="-619487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r>
              <a:rPr lang="en-US" sz="4400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en-US" sz="4400" b="1" dirty="0">
                <a:solidFill>
                  <a:srgbClr val="02284D"/>
                </a:solidFill>
                <a:latin typeface="Garet Bold"/>
                <a:ea typeface="Garet Bold"/>
                <a:cs typeface="Garet Bold"/>
                <a:sym typeface="Garet Bold"/>
              </a:rPr>
              <a:t>Functional Requirements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32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1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1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مستطيل 13"/>
          <p:cNvSpPr/>
          <p:nvPr/>
        </p:nvSpPr>
        <p:spPr>
          <a:xfrm>
            <a:off x="402017" y="4305300"/>
            <a:ext cx="10287000" cy="3762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3600" b="1" dirty="0" smtClean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</a:rPr>
              <a:t>The </a:t>
            </a:r>
            <a:r>
              <a:rPr lang="en-US" sz="3600" b="1" dirty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</a:rPr>
              <a:t>user can log in to the webs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enters </a:t>
            </a:r>
            <a:r>
              <a:rPr lang="en-US" sz="3399" dirty="0" smtClean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name , email </a:t>
            </a: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and password.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system checks the credentials.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accesses their account.</a:t>
            </a:r>
          </a:p>
        </p:txBody>
      </p:sp>
      <p:sp>
        <p:nvSpPr>
          <p:cNvPr id="16" name="مربع نص 15"/>
          <p:cNvSpPr txBox="1"/>
          <p:nvPr/>
        </p:nvSpPr>
        <p:spPr>
          <a:xfrm>
            <a:off x="402017" y="2933700"/>
            <a:ext cx="7065583" cy="10464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>
                <a:solidFill>
                  <a:srgbClr val="0228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et Bold" charset="0"/>
                <a:ea typeface="Helvetica World Bold"/>
                <a:cs typeface="Helvetica World Bold"/>
                <a:sym typeface="Helvetica World Bold"/>
              </a:rPr>
              <a:t>Login Page:-</a:t>
            </a:r>
          </a:p>
          <a:p>
            <a:endParaRPr lang="ar-EG" dirty="0"/>
          </a:p>
        </p:txBody>
      </p:sp>
      <p:grpSp>
        <p:nvGrpSpPr>
          <p:cNvPr id="17" name="Group 5"/>
          <p:cNvGrpSpPr/>
          <p:nvPr/>
        </p:nvGrpSpPr>
        <p:grpSpPr>
          <a:xfrm>
            <a:off x="11145939" y="1992138"/>
            <a:ext cx="5638160" cy="6760918"/>
            <a:chOff x="0" y="0"/>
            <a:chExt cx="7448994" cy="8889340"/>
          </a:xfrm>
        </p:grpSpPr>
        <p:sp>
          <p:nvSpPr>
            <p:cNvPr id="18" name="Freeform 6"/>
            <p:cNvSpPr/>
            <p:nvPr/>
          </p:nvSpPr>
          <p:spPr>
            <a:xfrm>
              <a:off x="0" y="0"/>
              <a:ext cx="7448931" cy="8889365"/>
            </a:xfrm>
            <a:custGeom>
              <a:avLst/>
              <a:gdLst/>
              <a:ahLst/>
              <a:cxnLst/>
              <a:rect l="l" t="t" r="r" b="b"/>
              <a:pathLst>
                <a:path w="7448931" h="8889365">
                  <a:moveTo>
                    <a:pt x="347690" y="0"/>
                  </a:moveTo>
                  <a:lnTo>
                    <a:pt x="7101242" y="0"/>
                  </a:lnTo>
                  <a:cubicBezTo>
                    <a:pt x="7193455" y="0"/>
                    <a:pt x="7281891" y="36631"/>
                    <a:pt x="7347096" y="101836"/>
                  </a:cubicBezTo>
                  <a:cubicBezTo>
                    <a:pt x="7412299" y="167040"/>
                    <a:pt x="7448931" y="255477"/>
                    <a:pt x="7448931" y="347690"/>
                  </a:cubicBezTo>
                  <a:lnTo>
                    <a:pt x="7448931" y="8541676"/>
                  </a:lnTo>
                  <a:cubicBezTo>
                    <a:pt x="7448931" y="8733699"/>
                    <a:pt x="7293266" y="8889365"/>
                    <a:pt x="7101242" y="8889365"/>
                  </a:cubicBezTo>
                  <a:lnTo>
                    <a:pt x="347690" y="8889365"/>
                  </a:lnTo>
                  <a:cubicBezTo>
                    <a:pt x="155666" y="8889365"/>
                    <a:pt x="0" y="8733699"/>
                    <a:pt x="0" y="8541676"/>
                  </a:cubicBezTo>
                  <a:lnTo>
                    <a:pt x="0" y="347690"/>
                  </a:lnTo>
                  <a:cubicBezTo>
                    <a:pt x="0" y="155666"/>
                    <a:pt x="155666" y="0"/>
                    <a:pt x="347690" y="0"/>
                  </a:cubicBezTo>
                  <a:close/>
                </a:path>
              </a:pathLst>
            </a:custGeom>
            <a:blipFill>
              <a:blip r:embed="rId9"/>
              <a:stretch>
                <a:fillRect l="-49945" r="-49945"/>
              </a:stretch>
            </a:blipFill>
          </p:spPr>
        </p:sp>
      </p:grpSp>
      <p:grpSp>
        <p:nvGrpSpPr>
          <p:cNvPr id="19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20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30660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5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4" name="Picture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8" name="Freeform 20"/>
          <p:cNvSpPr/>
          <p:nvPr/>
        </p:nvSpPr>
        <p:spPr>
          <a:xfrm rot="-5400000">
            <a:off x="-632799" y="-619487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r>
              <a:rPr lang="en-US" sz="4400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en-US" sz="4400" b="1" dirty="0">
                <a:solidFill>
                  <a:srgbClr val="02284D"/>
                </a:solidFill>
                <a:latin typeface="Garet Bold"/>
                <a:ea typeface="Garet Bold"/>
                <a:cs typeface="Garet Bold"/>
                <a:sym typeface="Garet Bold"/>
              </a:rPr>
              <a:t>Functional Requirements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32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1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1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مستطيل 13"/>
          <p:cNvSpPr/>
          <p:nvPr/>
        </p:nvSpPr>
        <p:spPr>
          <a:xfrm>
            <a:off x="328863" y="3585014"/>
            <a:ext cx="10896600" cy="5681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3400" b="1" dirty="0" smtClean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</a:rPr>
              <a:t>The </a:t>
            </a:r>
            <a:r>
              <a:rPr lang="en-US" sz="3400" b="1" dirty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</a:rPr>
              <a:t>user can browse clothes by category</a:t>
            </a:r>
          </a:p>
          <a:p>
            <a:pPr marL="712470" lvl="1" indent="-356235">
              <a:lnSpc>
                <a:spcPts val="7887"/>
              </a:lnSpc>
              <a:buFont typeface="Arial"/>
              <a:buChar char="•"/>
            </a:pPr>
            <a:r>
              <a:rPr lang="en-US" sz="3200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use the search bar to find products.</a:t>
            </a:r>
          </a:p>
          <a:p>
            <a:pPr marL="712470" lvl="1" indent="-356235">
              <a:lnSpc>
                <a:spcPts val="7887"/>
              </a:lnSpc>
              <a:buFont typeface="Arial"/>
              <a:buChar char="•"/>
            </a:pPr>
            <a:r>
              <a:rPr lang="en-US" sz="3200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switch languages.</a:t>
            </a:r>
          </a:p>
          <a:p>
            <a:pPr marL="712470" lvl="1" indent="-356235">
              <a:lnSpc>
                <a:spcPts val="7887"/>
              </a:lnSpc>
              <a:buFont typeface="Arial"/>
              <a:buChar char="•"/>
            </a:pPr>
            <a:r>
              <a:rPr lang="en-US" sz="3200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toggle Dark / Light Mode.</a:t>
            </a:r>
          </a:p>
          <a:p>
            <a:pPr marL="712470" lvl="1" indent="-356235">
              <a:lnSpc>
                <a:spcPts val="7887"/>
              </a:lnSpc>
              <a:buFont typeface="Arial"/>
              <a:buChar char="•"/>
            </a:pPr>
            <a:r>
              <a:rPr lang="en-US" sz="3200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access Profile.</a:t>
            </a:r>
          </a:p>
          <a:p>
            <a:pPr marL="712470" lvl="1" indent="-356235">
              <a:lnSpc>
                <a:spcPts val="7887"/>
              </a:lnSpc>
              <a:buFont typeface="Arial"/>
              <a:buChar char="•"/>
            </a:pPr>
            <a:r>
              <a:rPr lang="en-US" sz="3200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view shopping cart.</a:t>
            </a:r>
          </a:p>
        </p:txBody>
      </p:sp>
      <p:sp>
        <p:nvSpPr>
          <p:cNvPr id="15" name="مربع نص 14"/>
          <p:cNvSpPr txBox="1"/>
          <p:nvPr/>
        </p:nvSpPr>
        <p:spPr>
          <a:xfrm>
            <a:off x="242711" y="2707248"/>
            <a:ext cx="7620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>
                <a:solidFill>
                  <a:srgbClr val="0228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World Bold"/>
                <a:ea typeface="Helvetica World Bold"/>
                <a:cs typeface="Helvetica World Bold"/>
                <a:sym typeface="Helvetica World Bold"/>
              </a:rPr>
              <a:t>Home Page</a:t>
            </a:r>
            <a:r>
              <a:rPr lang="en-US" sz="4000" b="1" dirty="0" smtClean="0">
                <a:solidFill>
                  <a:srgbClr val="0228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World Bold"/>
                <a:ea typeface="Helvetica World Bold"/>
                <a:cs typeface="Helvetica World Bold"/>
                <a:sym typeface="Helvetica World Bold"/>
              </a:rPr>
              <a:t>:-</a:t>
            </a:r>
            <a:endParaRPr lang="en-US" sz="4000" b="1" dirty="0">
              <a:solidFill>
                <a:srgbClr val="0228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grpSp>
        <p:nvGrpSpPr>
          <p:cNvPr id="16" name="Group 8"/>
          <p:cNvGrpSpPr/>
          <p:nvPr/>
        </p:nvGrpSpPr>
        <p:grpSpPr>
          <a:xfrm>
            <a:off x="9939894" y="2857500"/>
            <a:ext cx="8348106" cy="4968035"/>
            <a:chOff x="0" y="0"/>
            <a:chExt cx="16762565" cy="10015639"/>
          </a:xfrm>
        </p:grpSpPr>
        <p:sp>
          <p:nvSpPr>
            <p:cNvPr id="17" name="Freeform 9"/>
            <p:cNvSpPr/>
            <p:nvPr/>
          </p:nvSpPr>
          <p:spPr>
            <a:xfrm>
              <a:off x="0" y="0"/>
              <a:ext cx="16762603" cy="10015601"/>
            </a:xfrm>
            <a:custGeom>
              <a:avLst/>
              <a:gdLst/>
              <a:ahLst/>
              <a:cxnLst/>
              <a:rect l="l" t="t" r="r" b="b"/>
              <a:pathLst>
                <a:path w="16762603" h="10015601">
                  <a:moveTo>
                    <a:pt x="580931" y="0"/>
                  </a:moveTo>
                  <a:lnTo>
                    <a:pt x="16181673" y="0"/>
                  </a:lnTo>
                  <a:cubicBezTo>
                    <a:pt x="16335744" y="0"/>
                    <a:pt x="16483507" y="61205"/>
                    <a:pt x="16592452" y="170151"/>
                  </a:cubicBezTo>
                  <a:cubicBezTo>
                    <a:pt x="16701398" y="279096"/>
                    <a:pt x="16762603" y="426859"/>
                    <a:pt x="16762603" y="580931"/>
                  </a:cubicBezTo>
                  <a:lnTo>
                    <a:pt x="16762603" y="9434670"/>
                  </a:lnTo>
                  <a:cubicBezTo>
                    <a:pt x="16762603" y="9755509"/>
                    <a:pt x="16502512" y="10015601"/>
                    <a:pt x="16181673" y="10015601"/>
                  </a:cubicBezTo>
                  <a:lnTo>
                    <a:pt x="580931" y="10015601"/>
                  </a:lnTo>
                  <a:cubicBezTo>
                    <a:pt x="426859" y="10015601"/>
                    <a:pt x="279096" y="9954396"/>
                    <a:pt x="170151" y="9845450"/>
                  </a:cubicBezTo>
                  <a:cubicBezTo>
                    <a:pt x="61205" y="9736505"/>
                    <a:pt x="0" y="9588743"/>
                    <a:pt x="0" y="9434670"/>
                  </a:cubicBezTo>
                  <a:lnTo>
                    <a:pt x="0" y="580931"/>
                  </a:lnTo>
                  <a:cubicBezTo>
                    <a:pt x="0" y="260092"/>
                    <a:pt x="260092" y="0"/>
                    <a:pt x="580931" y="0"/>
                  </a:cubicBezTo>
                  <a:close/>
                </a:path>
              </a:pathLst>
            </a:custGeom>
            <a:blipFill>
              <a:blip r:embed="rId9"/>
              <a:stretch>
                <a:fillRect l="-40" r="-40"/>
              </a:stretch>
            </a:blipFill>
          </p:spPr>
        </p:sp>
      </p:grpSp>
      <p:grpSp>
        <p:nvGrpSpPr>
          <p:cNvPr id="18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9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19737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5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4" name="Picture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8" name="Freeform 20"/>
          <p:cNvSpPr/>
          <p:nvPr/>
        </p:nvSpPr>
        <p:spPr>
          <a:xfrm rot="-5400000">
            <a:off x="-632799" y="-619487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r>
              <a:rPr lang="en-US" sz="4400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en-US" sz="4400" b="1" dirty="0">
                <a:solidFill>
                  <a:srgbClr val="02284D"/>
                </a:solidFill>
                <a:latin typeface="Garet Bold"/>
                <a:ea typeface="Garet Bold"/>
                <a:cs typeface="Garet Bold"/>
                <a:sym typeface="Garet Bold"/>
              </a:rPr>
              <a:t>Functional Requirements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32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1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1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مستطيل 13"/>
          <p:cNvSpPr/>
          <p:nvPr/>
        </p:nvSpPr>
        <p:spPr>
          <a:xfrm>
            <a:off x="152400" y="3716652"/>
            <a:ext cx="11201401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4000" b="1" dirty="0" smtClean="0">
                <a:solidFill>
                  <a:srgbClr val="02284D"/>
                </a:solidFill>
                <a:latin typeface="XM Vahid Bold"/>
                <a:ea typeface="XM Vahid Bold"/>
                <a:cs typeface="XM Vahid Bold"/>
                <a:sym typeface="XM Vahid Bold"/>
              </a:rPr>
              <a:t>The </a:t>
            </a:r>
            <a:r>
              <a:rPr lang="en-US" sz="4000" b="1" dirty="0">
                <a:solidFill>
                  <a:srgbClr val="02284D"/>
                </a:solidFill>
                <a:latin typeface="XM Vahid Bold"/>
                <a:ea typeface="XM Vahid Bold"/>
                <a:cs typeface="XM Vahid Bold"/>
                <a:sym typeface="XM Vahid Bold"/>
              </a:rPr>
              <a:t>user can search and filter items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search for specific items.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sort by  price or name</a:t>
            </a:r>
            <a:r>
              <a:rPr lang="en-US" sz="3399" dirty="0" smtClean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.</a:t>
            </a:r>
            <a:endParaRPr lang="en-US" sz="3399" dirty="0">
              <a:solidFill>
                <a:srgbClr val="003060"/>
              </a:solidFill>
              <a:latin typeface="Droid Arabic Kufi"/>
              <a:ea typeface="Droid Arabic Kufi"/>
              <a:cs typeface="Droid Arabic Kufi"/>
              <a:sym typeface="Droid Arabic Kufi"/>
            </a:endParaRP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system displays matching results</a:t>
            </a:r>
            <a:r>
              <a:rPr lang="en-US" sz="3399" dirty="0" smtClean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.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filter items “all, men ,women , children</a:t>
            </a:r>
            <a:r>
              <a:rPr lang="en-US" sz="3399" dirty="0" smtClean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”.</a:t>
            </a:r>
            <a:endParaRPr lang="en-US" sz="3399" dirty="0">
              <a:solidFill>
                <a:srgbClr val="003060"/>
              </a:solidFill>
              <a:latin typeface="Droid Arabic Kufi"/>
              <a:ea typeface="Droid Arabic Kufi"/>
              <a:cs typeface="Droid Arabic Kufi"/>
              <a:sym typeface="Droid Arabic Kufi"/>
            </a:endParaRPr>
          </a:p>
        </p:txBody>
      </p:sp>
      <p:sp>
        <p:nvSpPr>
          <p:cNvPr id="15" name="مربع نص 14"/>
          <p:cNvSpPr txBox="1"/>
          <p:nvPr/>
        </p:nvSpPr>
        <p:spPr>
          <a:xfrm>
            <a:off x="381000" y="2739332"/>
            <a:ext cx="626624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800" b="1" dirty="0">
                <a:solidFill>
                  <a:srgbClr val="0228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et Bold" charset="0"/>
                <a:ea typeface="Lalezar"/>
                <a:cs typeface="Lalezar"/>
                <a:sym typeface="Lalezar"/>
              </a:rPr>
              <a:t>search &amp; Filter:- </a:t>
            </a:r>
          </a:p>
        </p:txBody>
      </p:sp>
      <p:sp>
        <p:nvSpPr>
          <p:cNvPr id="16" name="Freeform 6"/>
          <p:cNvSpPr/>
          <p:nvPr/>
        </p:nvSpPr>
        <p:spPr>
          <a:xfrm>
            <a:off x="9829800" y="2552700"/>
            <a:ext cx="8239431" cy="5105400"/>
          </a:xfrm>
          <a:custGeom>
            <a:avLst/>
            <a:gdLst/>
            <a:ahLst/>
            <a:cxnLst/>
            <a:rect l="l" t="t" r="r" b="b"/>
            <a:pathLst>
              <a:path w="8714564" h="5206952">
                <a:moveTo>
                  <a:pt x="0" y="0"/>
                </a:moveTo>
                <a:lnTo>
                  <a:pt x="8714564" y="0"/>
                </a:lnTo>
                <a:lnTo>
                  <a:pt x="8714564" y="5206952"/>
                </a:lnTo>
                <a:lnTo>
                  <a:pt x="0" y="52069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>
            <a:noFill/>
          </a:ln>
        </p:spPr>
      </p:sp>
      <p:grpSp>
        <p:nvGrpSpPr>
          <p:cNvPr id="17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8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37383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5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4" name="Picture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8" name="Freeform 20"/>
          <p:cNvSpPr/>
          <p:nvPr/>
        </p:nvSpPr>
        <p:spPr>
          <a:xfrm rot="-5400000">
            <a:off x="-632799" y="-619487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endParaRPr lang="en-US" sz="32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1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1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6"/>
          <p:cNvGrpSpPr/>
          <p:nvPr/>
        </p:nvGrpSpPr>
        <p:grpSpPr>
          <a:xfrm>
            <a:off x="1543662" y="2762297"/>
            <a:ext cx="4314056" cy="6035998"/>
            <a:chOff x="0" y="0"/>
            <a:chExt cx="7604696" cy="10767581"/>
          </a:xfrm>
        </p:grpSpPr>
        <p:sp>
          <p:nvSpPr>
            <p:cNvPr id="17" name="Freeform 7"/>
            <p:cNvSpPr/>
            <p:nvPr/>
          </p:nvSpPr>
          <p:spPr>
            <a:xfrm>
              <a:off x="0" y="0"/>
              <a:ext cx="7604633" cy="10767568"/>
            </a:xfrm>
            <a:custGeom>
              <a:avLst/>
              <a:gdLst/>
              <a:ahLst/>
              <a:cxnLst/>
              <a:rect l="l" t="t" r="r" b="b"/>
              <a:pathLst>
                <a:path w="7604633" h="10767568">
                  <a:moveTo>
                    <a:pt x="184531" y="0"/>
                  </a:moveTo>
                  <a:lnTo>
                    <a:pt x="7420102" y="0"/>
                  </a:lnTo>
                  <a:cubicBezTo>
                    <a:pt x="7468997" y="0"/>
                    <a:pt x="7515987" y="19431"/>
                    <a:pt x="7550531" y="54102"/>
                  </a:cubicBezTo>
                  <a:cubicBezTo>
                    <a:pt x="7585075" y="88773"/>
                    <a:pt x="7604633" y="135636"/>
                    <a:pt x="7604633" y="184531"/>
                  </a:cubicBezTo>
                  <a:lnTo>
                    <a:pt x="7604633" y="10583037"/>
                  </a:lnTo>
                  <a:cubicBezTo>
                    <a:pt x="7604633" y="10684891"/>
                    <a:pt x="7522083" y="10767568"/>
                    <a:pt x="7420102" y="10767568"/>
                  </a:cubicBezTo>
                  <a:lnTo>
                    <a:pt x="184531" y="10767568"/>
                  </a:lnTo>
                  <a:cubicBezTo>
                    <a:pt x="135636" y="10767568"/>
                    <a:pt x="88646" y="10748137"/>
                    <a:pt x="54102" y="10713466"/>
                  </a:cubicBezTo>
                  <a:cubicBezTo>
                    <a:pt x="19558" y="10678795"/>
                    <a:pt x="0" y="10632059"/>
                    <a:pt x="0" y="10583037"/>
                  </a:cubicBezTo>
                  <a:lnTo>
                    <a:pt x="0" y="184531"/>
                  </a:lnTo>
                  <a:cubicBezTo>
                    <a:pt x="0" y="135636"/>
                    <a:pt x="19431" y="88646"/>
                    <a:pt x="54102" y="54102"/>
                  </a:cubicBezTo>
                  <a:cubicBezTo>
                    <a:pt x="88773" y="19558"/>
                    <a:pt x="135636" y="0"/>
                    <a:pt x="184531" y="0"/>
                  </a:cubicBezTo>
                  <a:close/>
                </a:path>
              </a:pathLst>
            </a:custGeom>
            <a:blipFill>
              <a:blip r:embed="rId9"/>
              <a:stretch>
                <a:fillRect l="-68583" r="-68583"/>
              </a:stretch>
            </a:blipFill>
          </p:spPr>
        </p:sp>
      </p:grpSp>
      <p:grpSp>
        <p:nvGrpSpPr>
          <p:cNvPr id="18" name="Group 10"/>
          <p:cNvGrpSpPr/>
          <p:nvPr/>
        </p:nvGrpSpPr>
        <p:grpSpPr>
          <a:xfrm>
            <a:off x="8910780" y="3536390"/>
            <a:ext cx="7422111" cy="5251848"/>
            <a:chOff x="0" y="0"/>
            <a:chExt cx="12375566" cy="8775395"/>
          </a:xfrm>
        </p:grpSpPr>
        <p:sp>
          <p:nvSpPr>
            <p:cNvPr id="19" name="Freeform 11"/>
            <p:cNvSpPr/>
            <p:nvPr/>
          </p:nvSpPr>
          <p:spPr>
            <a:xfrm>
              <a:off x="0" y="0"/>
              <a:ext cx="12375515" cy="8775446"/>
            </a:xfrm>
            <a:custGeom>
              <a:avLst/>
              <a:gdLst/>
              <a:ahLst/>
              <a:cxnLst/>
              <a:rect l="l" t="t" r="r" b="b"/>
              <a:pathLst>
                <a:path w="12375515" h="8775446">
                  <a:moveTo>
                    <a:pt x="0" y="0"/>
                  </a:moveTo>
                  <a:lnTo>
                    <a:pt x="12375515" y="0"/>
                  </a:lnTo>
                  <a:lnTo>
                    <a:pt x="12375515" y="8775446"/>
                  </a:lnTo>
                  <a:lnTo>
                    <a:pt x="0" y="8775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9386" r="-9386"/>
              </a:stretch>
            </a:blipFill>
          </p:spPr>
        </p:sp>
      </p:grpSp>
      <p:sp>
        <p:nvSpPr>
          <p:cNvPr id="20" name="Freeform 12"/>
          <p:cNvSpPr/>
          <p:nvPr/>
        </p:nvSpPr>
        <p:spPr>
          <a:xfrm rot="10278960">
            <a:off x="5536142" y="1369549"/>
            <a:ext cx="2973061" cy="1577348"/>
          </a:xfrm>
          <a:custGeom>
            <a:avLst/>
            <a:gdLst/>
            <a:ahLst/>
            <a:cxnLst/>
            <a:rect l="l" t="t" r="r" b="b"/>
            <a:pathLst>
              <a:path w="2916079" h="1701927">
                <a:moveTo>
                  <a:pt x="0" y="0"/>
                </a:moveTo>
                <a:lnTo>
                  <a:pt x="2916079" y="0"/>
                </a:lnTo>
                <a:lnTo>
                  <a:pt x="2916079" y="1701927"/>
                </a:lnTo>
                <a:lnTo>
                  <a:pt x="0" y="17019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 l="-49" r="-49"/>
            </a:stretch>
          </a:blipFill>
        </p:spPr>
      </p:sp>
      <p:sp>
        <p:nvSpPr>
          <p:cNvPr id="21" name="TextBox 13"/>
          <p:cNvSpPr txBox="1"/>
          <p:nvPr/>
        </p:nvSpPr>
        <p:spPr>
          <a:xfrm>
            <a:off x="1755450" y="1563386"/>
            <a:ext cx="3890444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4898" b="1" dirty="0">
                <a:solidFill>
                  <a:srgbClr val="003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The button </a:t>
            </a:r>
          </a:p>
        </p:txBody>
      </p:sp>
      <p:sp>
        <p:nvSpPr>
          <p:cNvPr id="22" name="TextBox 14"/>
          <p:cNvSpPr txBox="1"/>
          <p:nvPr/>
        </p:nvSpPr>
        <p:spPr>
          <a:xfrm>
            <a:off x="8443155" y="2512995"/>
            <a:ext cx="9391988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000" b="1" dirty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</a:rPr>
              <a:t>shows more details about the product.</a:t>
            </a:r>
          </a:p>
        </p:txBody>
      </p:sp>
      <p:grpSp>
        <p:nvGrpSpPr>
          <p:cNvPr id="23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24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9930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5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4" name="Picture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8" name="Freeform 20"/>
          <p:cNvSpPr/>
          <p:nvPr/>
        </p:nvSpPr>
        <p:spPr>
          <a:xfrm rot="-5400000">
            <a:off x="-632799" y="-619487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r>
              <a:rPr lang="en-US" sz="4400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en-US" sz="4400" b="1" dirty="0">
                <a:solidFill>
                  <a:srgbClr val="02284D"/>
                </a:solidFill>
                <a:latin typeface="Garet Bold"/>
                <a:ea typeface="Garet Bold"/>
                <a:cs typeface="Garet Bold"/>
                <a:sym typeface="Garet Bold"/>
              </a:rPr>
              <a:t>Functional Requirements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32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1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1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مستطيل 13"/>
          <p:cNvSpPr/>
          <p:nvPr/>
        </p:nvSpPr>
        <p:spPr>
          <a:xfrm>
            <a:off x="228600" y="2691348"/>
            <a:ext cx="9144000" cy="62991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857250" indent="-857250">
              <a:lnSpc>
                <a:spcPts val="7906"/>
              </a:lnSpc>
              <a:buFont typeface="Wingdings" pitchFamily="2" charset="2"/>
              <a:buChar char="q"/>
            </a:pPr>
            <a:r>
              <a:rPr lang="en-US" sz="4800" b="1" dirty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</a:rPr>
              <a:t>Contact page:-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access contact page.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send a message through </a:t>
            </a:r>
            <a:endParaRPr lang="en-US" sz="3399" dirty="0" smtClean="0">
              <a:solidFill>
                <a:srgbClr val="003060"/>
              </a:solidFill>
              <a:latin typeface="Droid Arabic Kufi"/>
              <a:ea typeface="Droid Arabic Kufi"/>
              <a:cs typeface="Droid Arabic Kufi"/>
              <a:sym typeface="Droid Arabic Kufi"/>
            </a:endParaRPr>
          </a:p>
          <a:p>
            <a:pPr marL="367029" lvl="1">
              <a:lnSpc>
                <a:spcPts val="8125"/>
              </a:lnSpc>
            </a:pPr>
            <a:r>
              <a:rPr lang="en-US" sz="3399" dirty="0" smtClean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 </a:t>
            </a: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contact form.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contact form validates user input before submission.</a:t>
            </a:r>
          </a:p>
        </p:txBody>
      </p:sp>
      <p:grpSp>
        <p:nvGrpSpPr>
          <p:cNvPr id="15" name="Group 8"/>
          <p:cNvGrpSpPr/>
          <p:nvPr/>
        </p:nvGrpSpPr>
        <p:grpSpPr>
          <a:xfrm>
            <a:off x="8762999" y="2476544"/>
            <a:ext cx="4628147" cy="5486356"/>
            <a:chOff x="0" y="0"/>
            <a:chExt cx="6747040" cy="7699489"/>
          </a:xfrm>
        </p:grpSpPr>
        <p:sp>
          <p:nvSpPr>
            <p:cNvPr id="16" name="Freeform 9"/>
            <p:cNvSpPr/>
            <p:nvPr/>
          </p:nvSpPr>
          <p:spPr>
            <a:xfrm>
              <a:off x="0" y="0"/>
              <a:ext cx="6747002" cy="7699502"/>
            </a:xfrm>
            <a:custGeom>
              <a:avLst/>
              <a:gdLst/>
              <a:ahLst/>
              <a:cxnLst/>
              <a:rect l="l" t="t" r="r" b="b"/>
              <a:pathLst>
                <a:path w="6747002" h="7699502">
                  <a:moveTo>
                    <a:pt x="433953" y="0"/>
                  </a:moveTo>
                  <a:lnTo>
                    <a:pt x="6313050" y="0"/>
                  </a:lnTo>
                  <a:cubicBezTo>
                    <a:pt x="6552715" y="0"/>
                    <a:pt x="6747002" y="194287"/>
                    <a:pt x="6747002" y="433953"/>
                  </a:cubicBezTo>
                  <a:lnTo>
                    <a:pt x="6747002" y="7265550"/>
                  </a:lnTo>
                  <a:cubicBezTo>
                    <a:pt x="6747002" y="7505215"/>
                    <a:pt x="6552715" y="7699502"/>
                    <a:pt x="6313050" y="7699502"/>
                  </a:cubicBezTo>
                  <a:lnTo>
                    <a:pt x="433953" y="7699502"/>
                  </a:lnTo>
                  <a:cubicBezTo>
                    <a:pt x="194287" y="7699502"/>
                    <a:pt x="0" y="7505215"/>
                    <a:pt x="0" y="7265550"/>
                  </a:cubicBezTo>
                  <a:lnTo>
                    <a:pt x="0" y="433953"/>
                  </a:lnTo>
                  <a:cubicBezTo>
                    <a:pt x="0" y="194287"/>
                    <a:pt x="194287" y="0"/>
                    <a:pt x="433953" y="0"/>
                  </a:cubicBezTo>
                  <a:close/>
                </a:path>
              </a:pathLst>
            </a:custGeom>
            <a:blipFill>
              <a:blip r:embed="rId9"/>
              <a:stretch>
                <a:fillRect l="-45572" r="-45573"/>
              </a:stretch>
            </a:blipFill>
          </p:spPr>
        </p:sp>
      </p:grpSp>
      <p:grpSp>
        <p:nvGrpSpPr>
          <p:cNvPr id="17" name="Group 10"/>
          <p:cNvGrpSpPr/>
          <p:nvPr/>
        </p:nvGrpSpPr>
        <p:grpSpPr>
          <a:xfrm>
            <a:off x="13691937" y="2462462"/>
            <a:ext cx="4596063" cy="5500447"/>
            <a:chOff x="0" y="0"/>
            <a:chExt cx="6287681" cy="7611313"/>
          </a:xfrm>
        </p:grpSpPr>
        <p:sp>
          <p:nvSpPr>
            <p:cNvPr id="18" name="Freeform 11"/>
            <p:cNvSpPr/>
            <p:nvPr/>
          </p:nvSpPr>
          <p:spPr>
            <a:xfrm>
              <a:off x="0" y="0"/>
              <a:ext cx="6287643" cy="7611364"/>
            </a:xfrm>
            <a:custGeom>
              <a:avLst/>
              <a:gdLst/>
              <a:ahLst/>
              <a:cxnLst/>
              <a:rect l="l" t="t" r="r" b="b"/>
              <a:pathLst>
                <a:path w="6287643" h="7611364">
                  <a:moveTo>
                    <a:pt x="444500" y="0"/>
                  </a:moveTo>
                  <a:lnTo>
                    <a:pt x="5843143" y="0"/>
                  </a:lnTo>
                  <a:cubicBezTo>
                    <a:pt x="5961032" y="0"/>
                    <a:pt x="6074092" y="46831"/>
                    <a:pt x="6157452" y="130191"/>
                  </a:cubicBezTo>
                  <a:cubicBezTo>
                    <a:pt x="6240812" y="213551"/>
                    <a:pt x="6287643" y="326611"/>
                    <a:pt x="6287643" y="444500"/>
                  </a:cubicBezTo>
                  <a:lnTo>
                    <a:pt x="6287643" y="7166864"/>
                  </a:lnTo>
                  <a:cubicBezTo>
                    <a:pt x="6287643" y="7412355"/>
                    <a:pt x="6088633" y="7611364"/>
                    <a:pt x="5843143" y="7611364"/>
                  </a:cubicBezTo>
                  <a:lnTo>
                    <a:pt x="444500" y="7611364"/>
                  </a:lnTo>
                  <a:cubicBezTo>
                    <a:pt x="326611" y="7611364"/>
                    <a:pt x="213551" y="7564533"/>
                    <a:pt x="130191" y="7481173"/>
                  </a:cubicBezTo>
                  <a:cubicBezTo>
                    <a:pt x="46831" y="7397813"/>
                    <a:pt x="0" y="7284753"/>
                    <a:pt x="0" y="7166864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blipFill>
              <a:blip r:embed="rId10"/>
              <a:stretch>
                <a:fillRect l="-51380" r="-51381"/>
              </a:stretch>
            </a:blipFill>
          </p:spPr>
        </p:sp>
      </p:grpSp>
      <p:grpSp>
        <p:nvGrpSpPr>
          <p:cNvPr id="19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20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88308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5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4" name="Picture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8" name="Freeform 20"/>
          <p:cNvSpPr/>
          <p:nvPr/>
        </p:nvSpPr>
        <p:spPr>
          <a:xfrm rot="-5400000">
            <a:off x="-632799" y="-619487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r>
              <a:rPr lang="en-US" sz="4400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en-US" sz="4400" b="1" dirty="0">
                <a:solidFill>
                  <a:srgbClr val="02284D"/>
                </a:solidFill>
                <a:latin typeface="Garet Bold"/>
                <a:ea typeface="Garet Bold"/>
                <a:cs typeface="Garet Bold"/>
                <a:sym typeface="Garet Bold"/>
              </a:rPr>
              <a:t>Functional Requirements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32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1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1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مستطيل 13"/>
          <p:cNvSpPr/>
          <p:nvPr/>
        </p:nvSpPr>
        <p:spPr>
          <a:xfrm>
            <a:off x="102656" y="3848100"/>
            <a:ext cx="14173201" cy="4279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4000" b="1" dirty="0" smtClean="0">
                <a:solidFill>
                  <a:srgbClr val="02284D"/>
                </a:solidFill>
                <a:latin typeface="XM Vahid"/>
                <a:ea typeface="XM Vahid"/>
                <a:cs typeface="XM Vahid"/>
                <a:sym typeface="XM Vahid"/>
              </a:rPr>
              <a:t>The </a:t>
            </a:r>
            <a:r>
              <a:rPr lang="en-US" sz="4000" b="1" dirty="0">
                <a:solidFill>
                  <a:srgbClr val="02284D"/>
                </a:solidFill>
                <a:latin typeface="XM Vahid"/>
                <a:ea typeface="XM Vahid"/>
                <a:cs typeface="XM Vahid"/>
                <a:sym typeface="XM Vahid"/>
              </a:rPr>
              <a:t>user can donate clothes </a:t>
            </a:r>
            <a:r>
              <a:rPr lang="en-US" sz="4000" b="1" dirty="0" smtClean="0">
                <a:solidFill>
                  <a:srgbClr val="02284D"/>
                </a:solidFill>
                <a:latin typeface="XM Vahid"/>
                <a:ea typeface="XM Vahid"/>
                <a:cs typeface="XM Vahid"/>
                <a:sym typeface="XM Vahid"/>
              </a:rPr>
              <a:t>through</a:t>
            </a:r>
          </a:p>
          <a:p>
            <a:r>
              <a:rPr lang="en-US" sz="4000" b="1" dirty="0" smtClean="0">
                <a:solidFill>
                  <a:srgbClr val="02284D"/>
                </a:solidFill>
                <a:latin typeface="XM Vahid"/>
                <a:ea typeface="XM Vahid"/>
                <a:cs typeface="XM Vahid"/>
                <a:sym typeface="XM Vahid"/>
              </a:rPr>
              <a:t> </a:t>
            </a:r>
            <a:r>
              <a:rPr lang="en-US" sz="4000" b="1" dirty="0">
                <a:solidFill>
                  <a:srgbClr val="02284D"/>
                </a:solidFill>
                <a:latin typeface="XM Vahid"/>
                <a:ea typeface="XM Vahid"/>
                <a:cs typeface="XM Vahid"/>
                <a:sym typeface="XM Vahid"/>
              </a:rPr>
              <a:t>a donation </a:t>
            </a:r>
            <a:r>
              <a:rPr lang="en-US" sz="4000" b="1" dirty="0" smtClean="0">
                <a:solidFill>
                  <a:srgbClr val="02284D"/>
                </a:solidFill>
                <a:latin typeface="XM Vahid"/>
                <a:ea typeface="XM Vahid"/>
                <a:cs typeface="XM Vahid"/>
                <a:sym typeface="XM Vahid"/>
              </a:rPr>
              <a:t>form.</a:t>
            </a:r>
            <a:endParaRPr lang="en-US" sz="4000" b="1" dirty="0">
              <a:solidFill>
                <a:srgbClr val="02284D"/>
              </a:solidFill>
              <a:latin typeface="XM Vahid"/>
              <a:ea typeface="XM Vahid"/>
              <a:cs typeface="XM Vahid"/>
              <a:sym typeface="XM Vahid"/>
            </a:endParaRP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uploads clothes for donation.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provide item details and condition.</a:t>
            </a:r>
          </a:p>
          <a:p>
            <a:pPr marL="734059" lvl="1" indent="-367030">
              <a:lnSpc>
                <a:spcPts val="8125"/>
              </a:lnSpc>
              <a:buFont typeface="Arial"/>
              <a:buChar char="•"/>
            </a:pPr>
            <a:r>
              <a:rPr lang="en-US" sz="3399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donation request is submitted.</a:t>
            </a:r>
          </a:p>
        </p:txBody>
      </p:sp>
      <p:sp>
        <p:nvSpPr>
          <p:cNvPr id="15" name="مربع نص 14"/>
          <p:cNvSpPr txBox="1"/>
          <p:nvPr/>
        </p:nvSpPr>
        <p:spPr>
          <a:xfrm>
            <a:off x="385011" y="2933699"/>
            <a:ext cx="4631117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>
                <a:solidFill>
                  <a:srgbClr val="0228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lezar"/>
                <a:ea typeface="Lalezar"/>
                <a:cs typeface="Lalezar"/>
                <a:sym typeface="Lalezar"/>
              </a:rPr>
              <a:t>Donation Page</a:t>
            </a:r>
            <a:r>
              <a:rPr lang="en-US" sz="4400" b="1" dirty="0" smtClean="0">
                <a:solidFill>
                  <a:srgbClr val="0228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lezar"/>
                <a:ea typeface="Lalezar"/>
                <a:cs typeface="Lalezar"/>
                <a:sym typeface="Lalezar"/>
              </a:rPr>
              <a:t>:-</a:t>
            </a:r>
            <a:endParaRPr lang="en-US" sz="4400" b="1" dirty="0">
              <a:solidFill>
                <a:srgbClr val="0228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alezar"/>
              <a:ea typeface="Lalezar"/>
              <a:cs typeface="Lalezar"/>
              <a:sym typeface="Lalezar"/>
            </a:endParaRPr>
          </a:p>
        </p:txBody>
      </p:sp>
      <p:sp>
        <p:nvSpPr>
          <p:cNvPr id="16" name="Freeform 5"/>
          <p:cNvSpPr/>
          <p:nvPr/>
        </p:nvSpPr>
        <p:spPr>
          <a:xfrm>
            <a:off x="10134600" y="2275168"/>
            <a:ext cx="7609064" cy="6068731"/>
          </a:xfrm>
          <a:custGeom>
            <a:avLst/>
            <a:gdLst/>
            <a:ahLst/>
            <a:cxnLst/>
            <a:rect l="l" t="t" r="r" b="b"/>
            <a:pathLst>
              <a:path w="7761464" h="6239153">
                <a:moveTo>
                  <a:pt x="0" y="0"/>
                </a:moveTo>
                <a:lnTo>
                  <a:pt x="7761464" y="0"/>
                </a:lnTo>
                <a:lnTo>
                  <a:pt x="7761464" y="6239153"/>
                </a:lnTo>
                <a:lnTo>
                  <a:pt x="0" y="62391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8948" r="-31422"/>
            </a:stretch>
          </a:blipFill>
        </p:spPr>
      </p:sp>
      <p:grpSp>
        <p:nvGrpSpPr>
          <p:cNvPr id="17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8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03248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 1"/>
          <p:cNvSpPr/>
          <p:nvPr/>
        </p:nvSpPr>
        <p:spPr>
          <a:xfrm>
            <a:off x="484764" y="4111166"/>
            <a:ext cx="11887200" cy="3685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3600" b="1" dirty="0" smtClean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</a:rPr>
              <a:t>The </a:t>
            </a:r>
            <a:r>
              <a:rPr lang="en-US" sz="3600" b="1" dirty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</a:rPr>
              <a:t>user can add items to the cart</a:t>
            </a:r>
            <a:r>
              <a:rPr lang="ar-EG" sz="3600" b="1" dirty="0">
                <a:solidFill>
                  <a:srgbClr val="003060"/>
                </a:solidFill>
                <a:latin typeface="XM Vahid Bold"/>
                <a:ea typeface="XM Vahid Bold"/>
                <a:cs typeface="XM Vahid Bold"/>
                <a:sym typeface="XM Vahid Bold"/>
                <a:rtl/>
              </a:rPr>
              <a:t> </a:t>
            </a:r>
          </a:p>
          <a:p>
            <a:pPr marL="712470" lvl="1" indent="-356235">
              <a:lnSpc>
                <a:spcPts val="7887"/>
              </a:lnSpc>
              <a:buFont typeface="Arial"/>
              <a:buChar char="•"/>
            </a:pPr>
            <a:r>
              <a:rPr lang="en-US" sz="3300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add , remove </a:t>
            </a:r>
            <a:r>
              <a:rPr lang="en-US" sz="3300" dirty="0" smtClean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and</a:t>
            </a:r>
          </a:p>
          <a:p>
            <a:pPr marL="356235" lvl="1">
              <a:lnSpc>
                <a:spcPts val="7887"/>
              </a:lnSpc>
            </a:pPr>
            <a:r>
              <a:rPr lang="en-US" sz="3300" dirty="0" smtClean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</a:t>
            </a:r>
            <a:r>
              <a:rPr lang="en-US" sz="3300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update items into cart.</a:t>
            </a:r>
          </a:p>
          <a:p>
            <a:pPr marL="712470" lvl="1" indent="-356235">
              <a:lnSpc>
                <a:spcPts val="7887"/>
              </a:lnSpc>
              <a:buFont typeface="Arial"/>
              <a:buChar char="•"/>
            </a:pPr>
            <a:r>
              <a:rPr lang="en-US" sz="3300" dirty="0">
                <a:solidFill>
                  <a:srgbClr val="00306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user can shows the total price.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7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12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4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13" name="Picture 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7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r>
              <a:rPr lang="en-US" sz="4400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en-US" sz="4400" b="1" dirty="0">
                <a:solidFill>
                  <a:srgbClr val="02284D"/>
                </a:solidFill>
                <a:latin typeface="Garet Bold"/>
                <a:ea typeface="Garet Bold"/>
                <a:cs typeface="Garet Bold"/>
                <a:sym typeface="Garet Bold"/>
              </a:rPr>
              <a:t>Functional Requirements</a:t>
            </a:r>
          </a:p>
        </p:txBody>
      </p:sp>
      <p:sp>
        <p:nvSpPr>
          <p:cNvPr id="18" name="مربع نص 17"/>
          <p:cNvSpPr txBox="1"/>
          <p:nvPr/>
        </p:nvSpPr>
        <p:spPr>
          <a:xfrm>
            <a:off x="355917" y="3009900"/>
            <a:ext cx="6072447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>
                <a:solidFill>
                  <a:srgbClr val="0228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et Bold" charset="0"/>
                <a:ea typeface="Helvetica World Bold"/>
                <a:cs typeface="Helvetica World Bold"/>
                <a:sym typeface="Helvetica World Bold"/>
              </a:rPr>
              <a:t>shopping</a:t>
            </a:r>
            <a:r>
              <a:rPr lang="en-US" sz="4400" b="1" dirty="0">
                <a:solidFill>
                  <a:srgbClr val="0228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World Bold"/>
                <a:ea typeface="Helvetica World Bold"/>
                <a:cs typeface="Helvetica World Bold"/>
                <a:sym typeface="Helvetica World Bold"/>
              </a:rPr>
              <a:t> cart </a:t>
            </a:r>
            <a:r>
              <a:rPr lang="en-US" sz="4400" b="1" dirty="0" smtClean="0">
                <a:solidFill>
                  <a:srgbClr val="0228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World Bold"/>
                <a:ea typeface="Helvetica World Bold"/>
                <a:cs typeface="Helvetica World Bold"/>
                <a:sym typeface="Helvetica World Bold"/>
              </a:rPr>
              <a:t>:-</a:t>
            </a:r>
            <a:endParaRPr lang="en-US" sz="4400" b="1" dirty="0">
              <a:solidFill>
                <a:srgbClr val="0228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9" name="Freeform 2"/>
          <p:cNvSpPr/>
          <p:nvPr/>
        </p:nvSpPr>
        <p:spPr>
          <a:xfrm>
            <a:off x="13792200" y="2247899"/>
            <a:ext cx="4038600" cy="6560211"/>
          </a:xfrm>
          <a:custGeom>
            <a:avLst/>
            <a:gdLst/>
            <a:ahLst/>
            <a:cxnLst/>
            <a:rect l="l" t="t" r="r" b="b"/>
            <a:pathLst>
              <a:path w="4198279" h="6841640">
                <a:moveTo>
                  <a:pt x="0" y="0"/>
                </a:moveTo>
                <a:lnTo>
                  <a:pt x="4198279" y="0"/>
                </a:lnTo>
                <a:lnTo>
                  <a:pt x="4198279" y="6841640"/>
                </a:lnTo>
                <a:lnTo>
                  <a:pt x="0" y="6841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Freeform 3"/>
          <p:cNvSpPr/>
          <p:nvPr/>
        </p:nvSpPr>
        <p:spPr>
          <a:xfrm>
            <a:off x="9068498" y="2324100"/>
            <a:ext cx="4114102" cy="6407811"/>
          </a:xfrm>
          <a:custGeom>
            <a:avLst/>
            <a:gdLst/>
            <a:ahLst/>
            <a:cxnLst/>
            <a:rect l="l" t="t" r="r" b="b"/>
            <a:pathLst>
              <a:path w="4665980" h="6841640">
                <a:moveTo>
                  <a:pt x="0" y="0"/>
                </a:moveTo>
                <a:lnTo>
                  <a:pt x="4665981" y="0"/>
                </a:lnTo>
                <a:lnTo>
                  <a:pt x="4665981" y="6841640"/>
                </a:lnTo>
                <a:lnTo>
                  <a:pt x="0" y="6841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435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/>
          <p:cNvSpPr txBox="1"/>
          <p:nvPr/>
        </p:nvSpPr>
        <p:spPr>
          <a:xfrm>
            <a:off x="2887323" y="3141270"/>
            <a:ext cx="8513461" cy="257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30"/>
              </a:lnSpc>
            </a:pPr>
            <a:r>
              <a:rPr lang="en-US" sz="13650" b="1" i="1" dirty="0">
                <a:solidFill>
                  <a:srgbClr val="00306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Prototype</a:t>
            </a:r>
          </a:p>
        </p:txBody>
      </p:sp>
      <p:sp>
        <p:nvSpPr>
          <p:cNvPr id="3" name="Freeform 8"/>
          <p:cNvSpPr/>
          <p:nvPr/>
        </p:nvSpPr>
        <p:spPr>
          <a:xfrm rot="-5512414">
            <a:off x="11317843" y="4773871"/>
            <a:ext cx="4217042" cy="3551954"/>
          </a:xfrm>
          <a:custGeom>
            <a:avLst/>
            <a:gdLst/>
            <a:ahLst/>
            <a:cxnLst/>
            <a:rect l="l" t="t" r="r" b="b"/>
            <a:pathLst>
              <a:path w="4217042" h="3551954">
                <a:moveTo>
                  <a:pt x="0" y="0"/>
                </a:moveTo>
                <a:lnTo>
                  <a:pt x="4217042" y="0"/>
                </a:lnTo>
                <a:lnTo>
                  <a:pt x="4217042" y="3551954"/>
                </a:lnTo>
                <a:lnTo>
                  <a:pt x="0" y="3551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5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8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12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4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13" name="Picture 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7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endParaRPr lang="en-US" sz="4400" b="1" dirty="0">
              <a:solidFill>
                <a:srgbClr val="02284D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8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356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3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6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10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2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11" name="Picture 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5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endParaRPr lang="en-US" sz="4400" b="1" dirty="0">
              <a:solidFill>
                <a:srgbClr val="02284D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6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742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1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4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18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20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19" name="Picture 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23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endParaRPr lang="en-US" sz="4400" b="1" dirty="0">
              <a:solidFill>
                <a:srgbClr val="02284D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4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"/>
          <p:cNvGrpSpPr/>
          <p:nvPr/>
        </p:nvGrpSpPr>
        <p:grpSpPr>
          <a:xfrm>
            <a:off x="7898806" y="119741"/>
            <a:ext cx="11353798" cy="10250356"/>
            <a:chOff x="-424025" y="-1555818"/>
            <a:chExt cx="10088625" cy="10075926"/>
          </a:xfrm>
        </p:grpSpPr>
        <p:sp>
          <p:nvSpPr>
            <p:cNvPr id="26" name="Freeform 3"/>
            <p:cNvSpPr/>
            <p:nvPr/>
          </p:nvSpPr>
          <p:spPr>
            <a:xfrm>
              <a:off x="-424025" y="-1555818"/>
              <a:ext cx="10088625" cy="10075926"/>
            </a:xfrm>
            <a:custGeom>
              <a:avLst/>
              <a:gdLst/>
              <a:ahLst/>
              <a:cxnLst/>
              <a:rect l="l" t="t" r="r" b="b"/>
              <a:pathLst>
                <a:path w="10088626" h="10075926">
                  <a:moveTo>
                    <a:pt x="0" y="0"/>
                  </a:moveTo>
                  <a:lnTo>
                    <a:pt x="10088626" y="0"/>
                  </a:lnTo>
                  <a:lnTo>
                    <a:pt x="10088626" y="10075926"/>
                  </a:lnTo>
                  <a:lnTo>
                    <a:pt x="0" y="1007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73000"/>
              </a:blip>
              <a:stretch>
                <a:fillRect t="-26" b="-27"/>
              </a:stretch>
            </a:blipFill>
          </p:spPr>
        </p:sp>
      </p:grpSp>
      <p:sp>
        <p:nvSpPr>
          <p:cNvPr id="30" name="TextBox 10"/>
          <p:cNvSpPr txBox="1"/>
          <p:nvPr/>
        </p:nvSpPr>
        <p:spPr>
          <a:xfrm>
            <a:off x="753862" y="3226013"/>
            <a:ext cx="8435066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19"/>
              </a:lnSpc>
            </a:pPr>
            <a:r>
              <a:rPr lang="en-US" sz="979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" pitchFamily="34" charset="0"/>
                <a:ea typeface="Garet Bold"/>
                <a:cs typeface="Garet Bold"/>
                <a:sym typeface="Garet Bold"/>
              </a:rPr>
              <a:t>Thank You for Listening</a:t>
            </a:r>
          </a:p>
        </p:txBody>
      </p:sp>
      <p:sp>
        <p:nvSpPr>
          <p:cNvPr id="31" name="TextBox 11"/>
          <p:cNvSpPr txBox="1"/>
          <p:nvPr/>
        </p:nvSpPr>
        <p:spPr>
          <a:xfrm>
            <a:off x="2277365" y="7802879"/>
            <a:ext cx="3056930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1"/>
              </a:lnSpc>
            </a:pPr>
            <a:r>
              <a:rPr lang="en-US" sz="3200" dirty="0">
                <a:latin typeface="29LT Bukra"/>
                <a:ea typeface="29LT Bukra"/>
                <a:cs typeface="29LT Bukra"/>
                <a:sym typeface="29LT Bukra"/>
              </a:rPr>
              <a:t>Presented by :</a:t>
            </a:r>
          </a:p>
          <a:p>
            <a:pPr algn="ctr">
              <a:lnSpc>
                <a:spcPts val="5201"/>
              </a:lnSpc>
            </a:pPr>
            <a:r>
              <a:rPr lang="en-US" sz="3200" dirty="0">
                <a:latin typeface="29LT Bukra"/>
                <a:ea typeface="29LT Bukra"/>
                <a:cs typeface="29LT Bukra"/>
                <a:sym typeface="29LT Bukra"/>
              </a:rPr>
              <a:t>Team 5</a:t>
            </a:r>
          </a:p>
        </p:txBody>
      </p:sp>
      <p:sp>
        <p:nvSpPr>
          <p:cNvPr id="32" name="TextBox 12"/>
          <p:cNvSpPr txBox="1"/>
          <p:nvPr/>
        </p:nvSpPr>
        <p:spPr>
          <a:xfrm>
            <a:off x="10287000" y="7809295"/>
            <a:ext cx="3447306" cy="1260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5"/>
              </a:lnSpc>
            </a:pPr>
            <a:r>
              <a:rPr lang="en-US" sz="3200" dirty="0">
                <a:latin typeface="29LT Bukra"/>
                <a:ea typeface="29LT Bukra"/>
                <a:cs typeface="29LT Bukra"/>
                <a:sym typeface="29LT Bukra"/>
              </a:rPr>
              <a:t>Supervised by :</a:t>
            </a:r>
          </a:p>
          <a:p>
            <a:pPr algn="ctr">
              <a:lnSpc>
                <a:spcPts val="5235"/>
              </a:lnSpc>
            </a:pPr>
            <a:r>
              <a:rPr lang="en-US" sz="3200" dirty="0" smtClean="0">
                <a:latin typeface="29LT Bukra"/>
                <a:ea typeface="29LT Bukra"/>
                <a:cs typeface="29LT Bukra"/>
                <a:sym typeface="29LT Bukra"/>
              </a:rPr>
              <a:t>Eng.Zyad </a:t>
            </a:r>
            <a:r>
              <a:rPr lang="en-US" sz="3200" dirty="0">
                <a:latin typeface="29LT Bukra"/>
                <a:ea typeface="29LT Bukra"/>
                <a:cs typeface="29LT Bukra"/>
                <a:sym typeface="29LT Bukra"/>
              </a:rPr>
              <a:t>Saeed</a:t>
            </a:r>
          </a:p>
        </p:txBody>
      </p:sp>
      <p:pic>
        <p:nvPicPr>
          <p:cNvPr id="3" name="صورة 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187" y="2264856"/>
            <a:ext cx="5991461" cy="5384800"/>
          </a:xfrm>
          <a:prstGeom prst="roundRect">
            <a:avLst>
              <a:gd name="adj" fmla="val 9030"/>
            </a:avLst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603</Words>
  <Application>Microsoft Office PowerPoint</Application>
  <PresentationFormat>مخصص</PresentationFormat>
  <Paragraphs>121</Paragraphs>
  <Slides>18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20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39" baseType="lpstr">
      <vt:lpstr>Arial</vt:lpstr>
      <vt:lpstr>Arial Rounded MT Bold</vt:lpstr>
      <vt:lpstr>Droid Arabic Kufi</vt:lpstr>
      <vt:lpstr>Garet Bold</vt:lpstr>
      <vt:lpstr>Arimo Bold Italics</vt:lpstr>
      <vt:lpstr>XM Vahid Bold</vt:lpstr>
      <vt:lpstr>Lalezar</vt:lpstr>
      <vt:lpstr>Calibri</vt:lpstr>
      <vt:lpstr>Helvetica World Bold</vt:lpstr>
      <vt:lpstr>Franklin Gothic Demi</vt:lpstr>
      <vt:lpstr>Wingdings</vt:lpstr>
      <vt:lpstr>29LT Bukra</vt:lpstr>
      <vt:lpstr>Ara Hamah Homs</vt:lpstr>
      <vt:lpstr>Times New Roman</vt:lpstr>
      <vt:lpstr>Canva Sans Bold</vt:lpstr>
      <vt:lpstr>Open Sans</vt:lpstr>
      <vt:lpstr>Berlin Sans FB</vt:lpstr>
      <vt:lpstr>XM Vahid</vt:lpstr>
      <vt:lpstr>Bahnschrift SemiBold</vt:lpstr>
      <vt:lpstr>Sakkal Majalla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 designing Capstone (Presentation)</dc:title>
  <dc:creator>Dr Ashraf Abd elbary</dc:creator>
  <cp:lastModifiedBy>‏‏مستخدم Windows</cp:lastModifiedBy>
  <cp:revision>31</cp:revision>
  <dcterms:created xsi:type="dcterms:W3CDTF">2006-08-15T18:00:00Z</dcterms:created>
  <dcterms:modified xsi:type="dcterms:W3CDTF">2026-02-28T12:35:49Z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e39e88feab2d48b18038fb7eb39f7ab4</vt:lpwstr>
  </property>
</Properties>
</file>